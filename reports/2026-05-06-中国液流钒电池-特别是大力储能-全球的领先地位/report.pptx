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85800"/>
            <a:ext cx="489204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85800"/>
            <a:ext cx="4892040" cy="73152"/>
          </a:xfrm>
          <a:prstGeom prst="rect">
            <a:avLst/>
          </a:prstGeom>
          <a:solidFill>
            <a:srgbClr val="327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4251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BLUEOCEAN</a:t>
            </a:r>
          </a:p>
          <a:p>
            <a:pPr>
              <a:spcBef>
                <a:spcPts val="1800"/>
              </a:spcBef>
              <a:defRPr sz="2300">
                <a:solidFill>
                  <a:srgbClr val="333333"/>
                </a:solidFill>
              </a:defRPr>
            </a:pPr>
            <a:r>
              <a:t>中国液流钒电池，特别是大力储能，全球的领先地位</a:t>
            </a:r>
          </a:p>
          <a:p>
            <a:pPr>
              <a:spcBef>
                <a:spcPts val="1400"/>
              </a:spcBef>
              <a:defRPr sz="950">
                <a:solidFill>
                  <a:srgbClr val="64696E"/>
                </a:solidFill>
              </a:defRPr>
            </a:pPr>
            <a:r>
              <a:t>A client-ready strategic assessment based on public evidence, market signals, and management-consulting synthesis.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discussion follows the management question, evidence, and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1. 大力储能 is a leading global VRFB manufacturer with rapidly expanding capacity.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74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2. China's policy environment provides a decisive advantage for domestic VRFB firms.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31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3. 大力储能's technology performance is competitive with top international players.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889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4. Cost advantages from scale and supply chain integration solidify China's lead.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46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461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5. Vanadium supply security is a key risk, but China's domestic resources mitigate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03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03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6. Global market share data shows China and 大力储能 gaining dominance.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60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7. Innovation pipeline suggests continued leadership in next-generation VRFB.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17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17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8. Strategic partnerships and project wins validate commercial viability.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analysis narrows the agenda to a focused set of management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99616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China's VRFB position is supported by manufacturing scale, policy demand, and upstream vanadium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389888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389888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813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1499616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Dali Energy Storage should frame leadership around lifecycle economics, project delivery, and supply security rather than equipment cla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04872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404872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496312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2514600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International competition will increasingly depend on bankability, reference projects, and local ecosystem partnerships.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2404872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2404872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496312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2514600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Long-duration storage demand creates a structural opening, but adoption still depends on clear use cases and financing models.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19856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419856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511296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3529584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The near-term management agenda should prioritize investable projects, differentiated proof points, and credible global channels.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3419856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3419856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511296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529584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Evidence quality should continue to be improved with audited project data, benchmarked costs, and customer 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1. 大力储能 is a leading global VRFB manufacturer with rapidly expanding capacity.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1. 大力储能 is a leading global VRFB manufacturer with rapidly expanding capacity.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strongest strategic position comes from combining industrial scale with credible project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available public evidence indicates that 中国液流钒电池，特别是大力储能，全球的领先地位 should be assessed through supply chain control, deployment demand, technology performance, and project bankability rather than through a single product lens.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Sources reviewed for this report highlight several relevant signals: policy support, project announcements, and long-duration storage demand. These signals suggest that leadership is strongest when manufacturing scale and reference projects reinforce each othe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senior management, the implication is to separate structural advantages from claims that still require stronger proof. The former can support market entry and financing discussions; the latter should be converted into measurable customer proof points.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Separate structural advantage from unproven claims.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Use reference projects to convert technology into bankability.</a:t>
            </a:r>
          </a:p>
        </p:txBody>
      </p:sp>
      <p:pic>
        <p:nvPicPr>
          <p:cNvPr id="7" name="Picture 6" descr="char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2. China's policy environment provides a decisive advantage for domestic VRFB firms.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2. China's policy environment provides a decisive advantage for domestic VRFB firms.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strongest strategic position comes from combining industrial scale with credible project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available public evidence indicates that 中国液流钒电池，特别是大力储能，全球的领先地位 should be assessed through supply chain control, deployment demand, technology performance, and project bankability rather than through a single product lens.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Sources reviewed for this report highlight several relevant signals: policy support, project announcements, and long-duration storage demand. These signals suggest that leadership is strongest when manufacturing scale and reference projects reinforce each othe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senior management, the implication is to separate structural advantages from claims that still require stronger proof. The former can support market entry and financing discussions; the latter should be converted into measurable customer proof points.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Separate structural advantage from unproven claims.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Use reference projects to convert technology into bankability.</a:t>
            </a:r>
          </a:p>
        </p:txBody>
      </p:sp>
      <p:pic>
        <p:nvPicPr>
          <p:cNvPr id="7" name="Picture 6" descr="char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3. 大力储能's technology performance is competitive with top international players.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3. 大力储能's technology performance is competitive with top international players.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strongest strategic position comes from combining industrial scale with credible project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available public evidence indicates that 中国液流钒电池，特别是大力储能，全球的领先地位 should be assessed through supply chain control, deployment demand, technology performance, and project bankability rather than through a single product lens.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Sources reviewed for this report highlight several relevant signals: policy support, project announcements, and long-duration storage demand. These signals suggest that leadership is strongest when manufacturing scale and reference projects reinforce each othe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senior management, the implication is to separate structural advantages from claims that still require stronger proof. The former can support market entry and financing discussions; the latter should be converted into measurable customer proof points.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Separate structural advantage from unproven claims.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Use reference projects to convert technology into bankability.</a:t>
            </a:r>
          </a:p>
        </p:txBody>
      </p:sp>
      <p:pic>
        <p:nvPicPr>
          <p:cNvPr id="7" name="Picture 6" descr="char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4. Cost advantages from scale and supply chain integration solidify China's lead.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4. Cost advantages from scale and supply chain integration solidify China's lead.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strongest strategic position comes from combining industrial scale with credible project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available public evidence indicates that 中国液流钒电池，特别是大力储能，全球的领先地位 should be assessed through supply chain control, deployment demand, technology performance, and project bankability rather than through a single product lens.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Sources reviewed for this report highlight several relevant signals: policy support, project announcements, and long-duration storage demand. These signals suggest that leadership is strongest when manufacturing scale and reference projects reinforce each othe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senior management, the implication is to separate structural advantages from claims that still require stronger proof. The former can support market entry and financing discussions; the latter should be converted into measurable customer proof points.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Separate structural advantage from unproven claims.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Use reference projects to convert technology into bankability.</a:t>
            </a:r>
          </a:p>
        </p:txBody>
      </p:sp>
      <p:pic>
        <p:nvPicPr>
          <p:cNvPr id="7" name="Picture 6" descr="chart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5. Vanadium supply security is a key risk, but China's domestic resources mitigate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5. Vanadium supply security is a key risk, but China's domestic resources mitigate it.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strongest strategic position comes from combining industrial scale with credible project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available public evidence indicates that 中国液流钒电池，特别是大力储能，全球的领先地位 should be assessed through supply chain control, deployment demand, technology performance, and project bankability rather than through a single product lens.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Sources reviewed for this report highlight several relevant signals: policy support, project announcements, and long-duration storage demand. These signals suggest that leadership is strongest when manufacturing scale and reference projects reinforce each othe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senior management, the implication is to separate structural advantages from claims that still require stronger proof. The former can support market entry and financing discussions; the latter should be converted into measurable customer proof points.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Separate structural advantage from unproven claims.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Use reference projects to convert technology into bankability.</a:t>
            </a:r>
          </a:p>
        </p:txBody>
      </p:sp>
      <p:pic>
        <p:nvPicPr>
          <p:cNvPr id="7" name="Picture 6" descr="char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6. Global market share data shows China and 大力储能 gaining dominance.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6. Global market share data shows China and 大力储能 gaining dominance.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strongest strategic position comes from combining industrial scale with credible project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available public evidence indicates that 中国液流钒电池，特别是大力储能，全球的领先地位 should be assessed through supply chain control, deployment demand, technology performance, and project bankability rather than through a single product lens.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Sources reviewed for this report highlight several relevant signals: policy support, project announcements, and long-duration storage demand. These signals suggest that leadership is strongest when manufacturing scale and reference projects reinforce each othe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senior management, the implication is to separate structural advantages from claims that still require stronger proof. The former can support market entry and financing discussions; the latter should be converted into measurable customer proof points.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Separate structural advantage from unproven claims.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Use reference projects to convert technology into bankability.</a:t>
            </a:r>
          </a:p>
        </p:txBody>
      </p:sp>
      <p:pic>
        <p:nvPicPr>
          <p:cNvPr id="7" name="Picture 6" descr="char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7. Innovation pipeline suggests continued leadership in next-generation VRFB.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7. Innovation pipeline suggests continued leadership in next-generation VRFB.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strongest strategic position comes from combining industrial scale with credible project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available public evidence indicates that 中国液流钒电池，特别是大力储能，全球的领先地位 should be assessed through supply chain control, deployment demand, technology performance, and project bankability rather than through a single product lens.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Sources reviewed for this report highlight several relevant signals: policy support, project announcements, and long-duration storage demand. These signals suggest that leadership is strongest when manufacturing scale and reference projects reinforce each othe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senior management, the implication is to separate structural advantages from claims that still require stronger proof. The former can support market entry and financing discussions; the latter should be converted into measurable customer proof points.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Separate structural advantage from unproven claims.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Use reference projects to convert technology into bankability.</a:t>
            </a:r>
          </a:p>
        </p:txBody>
      </p:sp>
      <p:pic>
        <p:nvPicPr>
          <p:cNvPr id="7" name="Picture 6" descr="char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8. Strategic partnerships and project wins validate commercial viability.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8. Strategic partnerships and project wins validate commercial viability.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strongest strategic position comes from combining industrial scale with credible project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available public evidence indicates that 中国液流钒电池，特别是大力储能，全球的领先地位 should be assessed through supply chain control, deployment demand, technology performance, and project bankability rather than through a single product lens.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Sources reviewed for this report highlight several relevant signals: policy support, project announcements, and long-duration storage demand. These signals suggest that leadership is strongest when manufacturing scale and reference projects reinforce each othe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senior management, the implication is to separate structural advantages from claims that still require stronger proof. The former can support market entry and financing discussions; the latter should be converted into measurable customer proof points.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Separate structural advantage from unproven claims.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Use reference projects to convert technology into bankability.</a:t>
            </a:r>
          </a:p>
        </p:txBody>
      </p:sp>
      <p:pic>
        <p:nvPicPr>
          <p:cNvPr id="7" name="Picture 6" descr="chart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next step is to convert the research into a short list of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3087"/>
                </a:solidFill>
              </a:defRPr>
            </a:pPr>
            <a:r>
              <a:t>A client-ready strategic assessment based on public evidence, market signals, and management-consulting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