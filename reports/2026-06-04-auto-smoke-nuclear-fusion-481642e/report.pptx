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8920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89204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300">
                <a:solidFill>
                  <a:srgbClr val="333333"/>
                </a:solidFill>
              </a:defRPr>
            </a:pPr>
            <a:r>
              <a:t>Nuclear Fusion Commercialization: Strategic Implications for Energy Markets and Investment</a:t>
            </a:r>
          </a:p>
          <a:p>
            <a:pPr>
              <a:spcBef>
                <a:spcPts val="1400"/>
              </a:spcBef>
              <a:defRPr sz="950">
                <a:solidFill>
                  <a:srgbClr val="64696E"/>
                </a:solidFill>
              </a:defRPr>
            </a:pPr>
            <a:r>
              <a:t>A CEO-Ready Assessment of Technology Readiness, Economic Viability, and Geopolitical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Fusion Commercialization Is Advancing but Still Faces a Decade-Long Path to Grid-Scale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Private Fusion Ventures Are Accelerating Timelines with Innovative Approaches and Significant Funding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Economic Viability of Fusion Depends on Achieving Cost Parity with Renewables and Fission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Ignition changed the physics case, not the commercialization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Private capital is accelerating experimentation but not removing technical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Cost competitiveness is the route from breakthrough to adoption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The path is gated by fuel, materials and regulation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First markets should be selected by value density, not market size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analysis narrows the agenda to a focused set of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Fusion energy commercialization is advancing rapidly, driven by public-private partnerships and significant private investment, but rem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The 2022 fusion ignition milestone at Lawrence Livermore National Laboratory demonstrated scientific breakeven, yet key technical hurdl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404872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404872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49631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514600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Economic viability hinges on achieving cost parity with renewables and fission, with levelized cost estimates ranging from [insert veri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63056" y="2404872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2404872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496312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03136" y="2514600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Strategic implications include potential disruption of fossil fuel markets, enhanced energy security, and new geopolitical dynamics.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419856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419856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3511296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3529584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Immediate next step: monitor milestone-based programs (e.g., DOE Milestone-Based Fusion Development Program) and invest in early-stage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419856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3419856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11296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3136" y="3529584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The CEO-level question is not whether Nuclear fusion commercialization outlook and strategic implications is interesting, but which dec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434840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434840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526280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4544568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Management should separate verified facts, directional scenarios and open questions before committing capital, partnerships or market-e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3056" y="4434840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3056" y="4434840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526280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03136" y="4544568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Technical evidence only matters when it changes revenue potential, cost position, investment return, execution risk or the timing of 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Fusion Commercialization Is Advancing but Still Faces a Decade-Long Path to Grid-Scale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Fusion Commercialization Is Advancing but Still Faces a Decade-Long Path to Grid-Scale Deployment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2022 fusion ignition milestone proves scientific feasibility, but commercial fusion remains a decade or more away, requiring sustained investment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2022 fusion ignition milestone at Lawrence Livermore National Laboratory marked a historic scientific achievement, demonstrating for the first time that controlled fusion can produce more energy than the laser energy used to drive it. This breakthrough has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ITER, the international tokamak project, remains the flagship public effort, aiming to achieve sustained fusion power at plant scale. With a construction timeline that has faced repeated delays, ITER's first plasma is now expected in the late 2020s, with full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Private fusion companies are pursuing more aggressive timelines. Commonwealth Fusion Systems, a spinout from MIT, is building SPARC, a compact tokamak designed to achieve net energy gain by 2025-2026. Helion Energy, which uses a field-reversed configuration, a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Fusion ignition is a scientific breakthrough, not a commercial one.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ITER and private ventures are on parallel tracks with different timelines.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Private Fusion Ventures Are Accelerating Timelines with Innovative Approaches and Significant Funding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Private Fusion Ventures Are Accelerating Timelines with Innovative Approaches and Significant Funding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Over $5 billion in private capital is driving rapid innovation, but due diligence must focus on technical feasibility and milestone progress.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private fusion sector has experienced a surge in investment, with over $5 billion raised by more than 30 companies globally. This influx of capital is driving rapid innovation and compressing development timelines. Unlike government projects, private ventu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Commonwealth Fusion Systems (CFS) is a standout, having raised over $2 billion. Their SPARC tokamak, built with high-temperature superconducting magnets, is designed to be smaller and cheaper than ITER. CFS aims to demonstrate net energy gain by 2025 and build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Helion Energy, backed by investors including Sam Altman, is developing a pulsed fusion system that directly recovers electricity without a steam turbine. They claim their sixth-generation prototype will demonstrate net electricity production in 2024. Helion's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Private fusion has raised &gt;$5B; CFS, Helion, TAE lead.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Diverse approaches increase chance of success but fragment investment.</a:t>
            </a:r>
          </a:p>
        </p:txBody>
      </p:sp>
      <p:pic>
        <p:nvPicPr>
          <p:cNvPr id="7" name="Picture 6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Economic Viability of Fusion Depends on Achieving Cost Parity with Renewables and Fission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Economic Viability of Fusion Depends on Achieving Cost Parity with Renewables and Fission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Fusion's economic case is unproven; achieving LCOE below $50/MWh is critical to compete with solar+storage.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economic case for fusion rests on its potential to provide baseload clean power at a competitive cost. However, current cost estimates are highly uncertain, with no commercial fusion plant yet built. Projections for levelized cost of energy (LCOE) range fr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comparison, solar and wind LCOE have fallen to $30-60 per MWh in many markets, and with storage, firm power costs are around $60-100 per MWh. Nuclear fission LCOE is typically $100-150 per MWh for new builds. Fusion must achieve costs at or below these lev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Capital costs for fusion are expected to be high, with estimates of $5-10 billion per GW for first-of - a-kind plants. Construction timelines of 10-15 years add to financing costs. Learning curve effects could reduce costs for subsequent plants, but initial pr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Fusion LCOE estimates range $50-150/MWh; must beat solar+storage.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Capital costs are high; learning curves may reduce costs.</a:t>
            </a:r>
          </a:p>
        </p:txBody>
      </p:sp>
      <p:pic>
        <p:nvPicPr>
          <p:cNvPr id="7" name="Picture 6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Ignition changed the physics case, not the commercialization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Ignition changed the physics case, not the commercialization case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2022 milestone matters, but it does not yet answer the plant, cost or reliability questions.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LLNL's ignition shot reset the credibility of fusion science, but it did not prove a power plant. The commercial question starts after target gain: repeated operation, heat extraction, net electricity, maintainability and economics.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most useful interpretation is staged. Ignition improves the odds that fusion deserves management attention, while leaving the investment case dependent on integrated pilot evidence rather than scientific headlines.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customer strategy, the current public record supports this distinction. A public source anchors this point: The Department of Energy has been a leader in fusion energy research since the 1950s and supports groundbreaking advances today. Each new milestone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Separate science proof from plant proof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Track integrated pilot evidence</a:t>
            </a:r>
          </a:p>
        </p:txBody>
      </p:sp>
      <p:pic>
        <p:nvPicPr>
          <p:cNvPr id="7" name="Picture 6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Private capital is accelerating experimentation but not removing technical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Private capital is accelerating experimentation but not removing technical risk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Funding growth expands the number of shots on goal, while the decisive proof still comes from operating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Private fusion funding has made the industry broader and faster-moving. It has also shifted part of the learning curve from public laboratories to venture-backed developers, suppliers and corporate partners.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partner strategy, capital alone does not remove the hard constraints: plasma control, magnets, materials, tritium breeding, heat extraction and maintenance have to work together at plant scale. A large round should therefore be read as option value, not as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strategic benefit of the funding wave is earlier access to learning. Partnerships, supplier relationships and customer dialogues can reveal which approaches are credible before the market is obvious.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Use funding as a learning signal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Do not equate capital raised with de-risking</a:t>
            </a:r>
          </a:p>
        </p:txBody>
      </p:sp>
      <p:pic>
        <p:nvPicPr>
          <p:cNvPr id="7" name="Picture 6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Cost competitiveness is the route from breakthrough to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Cost competitiveness is the route from breakthrough to adoption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Fusion must compete with renewables, storage, gas and fission on buyer economics, not novelty.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Fusion's promise is firm clean power with high availability. That promise becomes commercially relevant only if installed cost, uptime, maintenance and fuel-cycle economics create a price customers can underwrite.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comparison set is unforgiving. Solar, wind and gas already set low-cost reference points, while fission shows how construction risk can overwhelm theoretical capacity-factor advantages.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At the portfolio level, the executive question around Cost competitiveness is the route from breakthrough to adoption is practical: which commitments create learning without locking the company into a cost curve, customer promise or regulatory position that th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Benchmark against actual alternatives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Watch availability and installed cost</a:t>
            </a:r>
          </a:p>
        </p:txBody>
      </p:sp>
      <p:pic>
        <p:nvPicPr>
          <p:cNvPr id="7" name="Picture 6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The path is gated by fuel, materials and regulation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path is gated by fuel, materials and regulation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critical path runs through systems that make a plant repeatable, licensable and maintainable.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A viable deuterium-tritium pathway needs a credible tritium strategy. Buying today's scarce tritium is not enough; breeding, recovery and accounting have to be proven as part of the plant.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Regulation is moving, but not yet standardized across markets. Companies that understand licensing early can shape site choice, partner selection and customer commitments before competitors do.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For The path is gated by fuel, materials and regulation, the useful question is which few facts would change budget, partnership or market-facing action, not how many adjacent narratives can be added.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Tritium is a hard constraint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Materials lifetime drives economics</a:t>
            </a:r>
          </a:p>
        </p:txBody>
      </p:sp>
      <p:pic>
        <p:nvPicPr>
          <p:cNvPr id="7" name="Picture 6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First markets should be selected by value density, not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First markets should be selected by value density, not market size</a:t>
            </a:r>
          </a:p>
          <a:p>
            <a:pPr>
              <a:defRPr sz="830">
                <a:solidFill>
                  <a:srgbClr val="64696E"/>
                </a:solidFill>
              </a:defRPr>
            </a:pPr>
            <a:r>
              <a:t>The early question is where fusion's attributes command a premium before commodity power economics are proven.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Grid electricity is the largest addressable market, but it may not be the best first market. A commodity power buyer will compare fusion against cheap renewables, storage, gas and fission.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Industrial heat, hydrogen and data centers can value round - the-clock clean energy differently. These customers may tolerate higher prices if fusion solves reliability, siting or decarbonization constraints that alternatives struggle to meet.</a:t>
            </a:r>
          </a:p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The practical test is customer commitment. Memoranda and announcements matter less than bankable offtake, site access, interconnection work and willingness to share development risk.</a:t>
            </a:r>
          </a:p>
          <a:p>
            <a:pPr>
              <a:spcBef>
                <a:spcPts val="600"/>
              </a:spcBef>
              <a:defRPr sz="819" b="1">
                <a:solidFill>
                  <a:srgbClr val="003087"/>
                </a:solidFill>
              </a:defRPr>
            </a:pPr>
            <a:r>
              <a:t>Key implications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Choose markets by willingness to pay</a:t>
            </a:r>
          </a:p>
          <a:p>
            <a:pPr>
              <a:defRPr sz="730">
                <a:solidFill>
                  <a:srgbClr val="333333"/>
                </a:solidFill>
              </a:defRPr>
            </a:pPr>
            <a:r>
              <a:t>- Test bankable offtake early</a:t>
            </a:r>
          </a:p>
        </p:txBody>
      </p:sp>
      <p:pic>
        <p:nvPicPr>
          <p:cNvPr id="7" name="Picture 6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pic>
        <p:nvPicPr>
          <p:cNvPr id="4" name="Picture 3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7492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715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3087"/>
                </a:solidFill>
              </a:defRPr>
            </a:pPr>
            <a:r>
              <a:t>A CEO-Ready Assessment of Technology Readiness, Economic Viability, and Geopolitical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