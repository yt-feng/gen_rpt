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Decision-Ready Analysis for Senior Executives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Approaching but Still Faces a Decade of Engineering Hurdles</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Private Fusion Ventures Are Accelerating Timelines Beyond Government Projects Like ITER</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Levelized Cost of Fusion Will Likely Remain Above Renewables Until at Least 2040</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Strategic Implications Favor Nations That Invest Early in Fusion Supply Chains and Workforce</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Regulatory and Public Acceptance Risks Are Manageable but Require Proactive Engagement</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Investment Strategy Should Balance Near-Term Renewables with Long-Term Fusion Options</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Tritium Breeding and Materials Durability Are Critical Path Risks for Fusion Commercialization</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Fusion's Impact on Existing Energy Industries Will Be Gradual but Transformational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energy is approaching a pivotal inflection point, with private ventures accelerating timelines beyond government-led projects li</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Strategic early investment in fusion supply chains and workforce development can yield long-term advantages, but near-term capital allo</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Regulatory and public acceptance risks are manageable with proactive engagement.</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immediate next step is to establish a cross-functional fusion monitoring team to track technical milestones and policy developments</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Tritium supply and materials durability are critical path risks that require dedicated R&amp;D investment and supply chain partnerships.</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Approaching but Still Faces a Decade of Engineering Hurdles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Approaching but Still Faces a Decade of Engineering Hurdles</a:t>
            </a:r>
          </a:p>
          <a:p>
            <a:pPr>
              <a:defRPr sz="830">
                <a:solidFill>
                  <a:srgbClr val="64696E"/>
                </a:solidFill>
              </a:defRPr>
            </a:pPr>
            <a:r>
              <a:t>This chapter concludes that fusion energy is nearing a pivotal inflection point, but significant engineering challenges remain, requiring executives to plan for a 15-20 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considered the holy grail of clean energy, offering the promise of virtually limitless, carbon-free power with minimal radioactive waste. In recent years, the landscape has shifted dramatically: private ventures have entered the fi</a:t>
            </a:r>
          </a:p>
          <a:p>
            <a:pPr>
              <a:spcAft>
                <a:spcPts val="600"/>
              </a:spcAft>
              <a:defRPr sz="819">
                <a:solidFill>
                  <a:srgbClr val="333333"/>
                </a:solidFill>
              </a:defRPr>
            </a:pPr>
            <a:r>
              <a:t>The most mature fusion designs—tokamaks, stellarators, and inertial confinement systems—each face unique hurdles in plasma confinement, materials durability, and tritium breeding. ITER, the international tokamak project in France, continues to serve as a criti</a:t>
            </a:r>
          </a:p>
          <a:p>
            <a:pPr>
              <a:spcAft>
                <a:spcPts val="600"/>
              </a:spcAft>
              <a:defRPr sz="819">
                <a:solidFill>
                  <a:srgbClr val="333333"/>
                </a:solidFill>
              </a:defRPr>
            </a:pPr>
            <a:r>
              <a:t>The path to commercial fusion thus remains a marathon, not a sprint, and executives should plan for a timeline of at least 15-20 years before fusion contributes meaningfully to energy grids. This implies that near-term capital should continue to flow into prov</a:t>
            </a:r>
          </a:p>
          <a:p>
            <a:pPr>
              <a:spcBef>
                <a:spcPts val="600"/>
              </a:spcBef>
              <a:defRPr sz="819" b="1">
                <a:solidFill>
                  <a:srgbClr val="003087"/>
                </a:solidFill>
              </a:defRPr>
            </a:pPr>
            <a:r>
              <a:t>Key implications</a:t>
            </a:r>
          </a:p>
          <a:p>
            <a:pPr>
              <a:defRPr sz="730">
                <a:solidFill>
                  <a:srgbClr val="333333"/>
                </a:solidFill>
              </a:defRPr>
            </a:pPr>
            <a:r>
              <a:t>- Private fusion ventures are accelerating timelines, but net energy gain demonstrations are still</a:t>
            </a:r>
          </a:p>
          <a:p>
            <a:pPr>
              <a:defRPr sz="730">
                <a:solidFill>
                  <a:srgbClr val="333333"/>
                </a:solidFill>
              </a:defRPr>
            </a:pPr>
            <a:r>
              <a:t>- ITER delays underscore the persistent engineering challenges in fusion development.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Fusion Ventures Are Accelerating Timelines Beyond Government Projects Like ITER</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Fusion Ventures Are Accelerating Timelines Beyond Government Projects Like ITER</a:t>
            </a:r>
          </a:p>
          <a:p>
            <a:pPr>
              <a:defRPr sz="830">
                <a:solidFill>
                  <a:srgbClr val="64696E"/>
                </a:solidFill>
              </a:defRPr>
            </a:pPr>
            <a:r>
              <a:t>This chapter concludes that private fusion ventures are compressing development timelines, offering early partnership opportunities but also carrying high failure risk, 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landscape is bifurcating: large government-funded projects like ITER provide foundational science and engineering data, while nimble private companies pursue faster, riskier paths to commercialization. Commonwealth Fusion Systems' SPARC tokamak, for</a:t>
            </a:r>
          </a:p>
          <a:p>
            <a:pPr>
              <a:spcAft>
                <a:spcPts val="600"/>
              </a:spcAft>
              <a:defRPr sz="819">
                <a:solidFill>
                  <a:srgbClr val="333333"/>
                </a:solidFill>
              </a:defRPr>
            </a:pPr>
            <a:r>
              <a:t>General Fusion is developing a magnetized target fusion concept with a demonstration plant planned for the early 2030s. These private ventures are attracting significant venture capital and corporate investment, with total private fusion funding exceeding $5 b</a:t>
            </a:r>
          </a:p>
          <a:p>
            <a:pPr>
              <a:spcAft>
                <a:spcPts val="600"/>
              </a:spcAft>
              <a:defRPr sz="819">
                <a:solidFill>
                  <a:srgbClr val="333333"/>
                </a:solidFill>
              </a:defRPr>
            </a:pPr>
            <a:r>
              <a:t>However, the risk of failure is high, and many ventures may not survive the long development cycle. A diversified portfolio approach—investing across multiple technologies and stages—can mitigate this risk while maintaining exposure to potential breakthroughs.</a:t>
            </a:r>
          </a:p>
          <a:p>
            <a:pPr>
              <a:spcBef>
                <a:spcPts val="600"/>
              </a:spcBef>
              <a:defRPr sz="819" b="1">
                <a:solidFill>
                  <a:srgbClr val="003087"/>
                </a:solidFill>
              </a:defRPr>
            </a:pPr>
            <a:r>
              <a:t>Key implications</a:t>
            </a:r>
          </a:p>
          <a:p>
            <a:pPr>
              <a:defRPr sz="730">
                <a:solidFill>
                  <a:srgbClr val="333333"/>
                </a:solidFill>
              </a:defRPr>
            </a:pPr>
            <a:r>
              <a:t>- Private fusion ventures are targeting net energy gain by 2025-2030, faster than ITER.</a:t>
            </a:r>
          </a:p>
          <a:p>
            <a:pPr>
              <a:defRPr sz="730">
                <a:solidFill>
                  <a:srgbClr val="333333"/>
                </a:solidFill>
              </a:defRPr>
            </a:pPr>
            <a:r>
              <a:t>- Early partnerships can provide preferential access to IP and supply chains.</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Levelized Cost of Fusion Will Likely Remain Above Renewables Until at Least 2040</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Levelized Cost of Fusion Will Likely Remain Above Renewables Until at Least 2040</a:t>
            </a:r>
          </a:p>
          <a:p>
            <a:pPr>
              <a:defRPr sz="830">
                <a:solidFill>
                  <a:srgbClr val="64696E"/>
                </a:solidFill>
              </a:defRPr>
            </a:pPr>
            <a:r>
              <a:t>This chapter concludes that fusion's levelized cost will likely exceed solar and wind until at least 2040, making it a long-term hedge rather than a near-term replacement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Economic viability is the ultimate test for fusion commercialization. Current estimates from the Fusion Industry Association and academic studies suggest that the levelized cost of energy (LCOE) from fusion could range from $50 to $100 per megawatt-hour by 204</a:t>
            </a:r>
          </a:p>
          <a:p>
            <a:pPr>
              <a:spcAft>
                <a:spcPts val="600"/>
              </a:spcAft>
              <a:defRPr sz="819">
                <a:solidFill>
                  <a:srgbClr val="333333"/>
                </a:solidFill>
              </a:defRPr>
            </a:pPr>
            <a:r>
              <a:t>This cost gap means fusion will struggle to compete in the bulk electricity market for at least another 15-20 years. However, fusion may find niche applications where renewables face limitations, such as baseload power for industrial processes, high-temperatur</a:t>
            </a:r>
          </a:p>
          <a:p>
            <a:pPr>
              <a:spcAft>
                <a:spcPts val="600"/>
              </a:spcAft>
              <a:defRPr sz="819">
                <a:solidFill>
                  <a:srgbClr val="333333"/>
                </a:solidFill>
              </a:defRPr>
            </a:pPr>
            <a:r>
              <a:t>Executives should treat fusion as a long-term hedge rather than a near-term replacement for renewables, and continue to invest in proven clean energy technologies while maintaining a watching brief on fusion cost developments. This approach balances near-term</a:t>
            </a:r>
          </a:p>
          <a:p>
            <a:pPr>
              <a:spcBef>
                <a:spcPts val="600"/>
              </a:spcBef>
              <a:defRPr sz="819" b="1">
                <a:solidFill>
                  <a:srgbClr val="003087"/>
                </a:solidFill>
              </a:defRPr>
            </a:pPr>
            <a:r>
              <a:t>Key implications</a:t>
            </a:r>
          </a:p>
          <a:p>
            <a:pPr>
              <a:defRPr sz="730">
                <a:solidFill>
                  <a:srgbClr val="333333"/>
                </a:solidFill>
              </a:defRPr>
            </a:pPr>
            <a:r>
              <a:t>- Fusion LCOE is projected at $50-$100/MWh by 2040, above current solar/wind costs below $30/MWh.</a:t>
            </a:r>
          </a:p>
          <a:p>
            <a:pPr>
              <a:defRPr sz="730">
                <a:solidFill>
                  <a:srgbClr val="333333"/>
                </a:solidFill>
              </a:defRPr>
            </a:pPr>
            <a:r>
              <a:t>- Fusion may find niche applications in baseload and industrial heat where renewables face challen</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Implications Favor Nations That Invest Early in Fusion Supply Chains and Workforce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Implications Favor Nations That Invest Early in Fusion Supply Chains and Workforce</a:t>
            </a:r>
          </a:p>
          <a:p>
            <a:pPr>
              <a:defRPr sz="830">
                <a:solidFill>
                  <a:srgbClr val="64696E"/>
                </a:solidFill>
              </a:defRPr>
            </a:pPr>
            <a:r>
              <a:t>This chapter concludes that early investment in fusion supply chains and workforce development can yield long-term strategic advantages, particularly for energy-importing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energy has the potential to reshape global energy geopolitics. Countries that develop domestic fusion capabilities could achieve energy independence, reduce reliance on fossil fuel imports, and gain a competitive edge in clean technology exports. The Un</a:t>
            </a:r>
          </a:p>
          <a:p>
            <a:pPr>
              <a:spcAft>
                <a:spcPts val="600"/>
              </a:spcAft>
              <a:defRPr sz="819">
                <a:solidFill>
                  <a:srgbClr val="333333"/>
                </a:solidFill>
              </a:defRPr>
            </a:pPr>
            <a:r>
              <a:t>For fossil fuel exporting nations, fusion poses a long-term existential threat, as it could reduce global demand for oil, gas, and coal. The strategic imperative for energy-importing countries is to invest in fusion supply chains, workforce development, and in</a:t>
            </a:r>
          </a:p>
          <a:p>
            <a:pPr>
              <a:spcAft>
                <a:spcPts val="600"/>
              </a:spcAft>
              <a:defRPr sz="819">
                <a:solidFill>
                  <a:srgbClr val="333333"/>
                </a:solidFill>
              </a:defRPr>
            </a:pPr>
            <a:r>
              <a:t>Early investment in fusion-related skills and infrastructure can also create first-mover advantages in manufacturing, operations, and services. Executives should engage with policymakers to support fusion R&amp;D funding and workforce training programs, ensuring t</a:t>
            </a:r>
          </a:p>
          <a:p>
            <a:pPr>
              <a:spcBef>
                <a:spcPts val="600"/>
              </a:spcBef>
              <a:defRPr sz="819" b="1">
                <a:solidFill>
                  <a:srgbClr val="003087"/>
                </a:solidFill>
              </a:defRPr>
            </a:pPr>
            <a:r>
              <a:t>Key implications</a:t>
            </a:r>
          </a:p>
          <a:p>
            <a:pPr>
              <a:defRPr sz="730">
                <a:solidFill>
                  <a:srgbClr val="333333"/>
                </a:solidFill>
              </a:defRPr>
            </a:pPr>
            <a:r>
              <a:t>- Countries investing early in fusion (US, China, UK, Japan) are positioning for energy independen</a:t>
            </a:r>
          </a:p>
          <a:p>
            <a:pPr>
              <a:defRPr sz="730">
                <a:solidFill>
                  <a:srgbClr val="333333"/>
                </a:solidFill>
              </a:defRPr>
            </a:pPr>
            <a:r>
              <a:t>- Fusion poses a long-term threat to fossil fuel exporters.</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and Public Acceptance Risks Are Manageable but Require Proactive Engagement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and Public Acceptance Risks Are Manageable but Require Proactive Engagement</a:t>
            </a:r>
          </a:p>
          <a:p>
            <a:pPr>
              <a:defRPr sz="830">
                <a:solidFill>
                  <a:srgbClr val="64696E"/>
                </a:solidFill>
              </a:defRPr>
            </a:pPr>
            <a:r>
              <a:t>This chapter concludes that regulatory and public acceptance risks are manageable with proactive engagement, and early movers can shape fusion-specific frameworks to thei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Unlike nuclear fission, fusion does not carry the risk of a runaway chain reaction and produces only low-level radioactive waste. This inherent safety advantage should facilitate public acceptance, but awareness remains low. Surveys indicate that public suppor</a:t>
            </a:r>
          </a:p>
          <a:p>
            <a:pPr>
              <a:spcAft>
                <a:spcPts val="600"/>
              </a:spcAft>
              <a:defRPr sz="819">
                <a:solidFill>
                  <a:srgbClr val="333333"/>
                </a:solidFill>
              </a:defRPr>
            </a:pPr>
            <a:r>
              <a:t>Regulatory frameworks for fusion are still in their infancy; the U.S. Nuclear Regulatory Commission is developing a fusion-specific regulatory framework, while the UK and Japan are exploring regulatory sandboxes to accelerate licensing. The absence of clear re</a:t>
            </a:r>
          </a:p>
          <a:p>
            <a:pPr>
              <a:spcAft>
                <a:spcPts val="600"/>
              </a:spcAft>
              <a:defRPr sz="819">
                <a:solidFill>
                  <a:srgbClr val="333333"/>
                </a:solidFill>
              </a:defRPr>
            </a:pPr>
            <a:r>
              <a:t>Companies should engage proactively with regulators, participate in public consultations, and invest in community outreach to build trust. A well-designed regulatory framework that balances safety with innovation can reduce costs and timelines, making fusion m</a:t>
            </a:r>
          </a:p>
          <a:p>
            <a:pPr>
              <a:spcBef>
                <a:spcPts val="600"/>
              </a:spcBef>
              <a:defRPr sz="819" b="1">
                <a:solidFill>
                  <a:srgbClr val="003087"/>
                </a:solidFill>
              </a:defRPr>
            </a:pPr>
            <a:r>
              <a:t>Key implications</a:t>
            </a:r>
          </a:p>
          <a:p>
            <a:pPr>
              <a:defRPr sz="730">
                <a:solidFill>
                  <a:srgbClr val="333333"/>
                </a:solidFill>
              </a:defRPr>
            </a:pPr>
            <a:r>
              <a:t>- Fusion's inherent safety advantages support public acceptance, but awareness is low.</a:t>
            </a:r>
          </a:p>
          <a:p>
            <a:pPr>
              <a:defRPr sz="730">
                <a:solidFill>
                  <a:srgbClr val="333333"/>
                </a:solidFill>
              </a:defRPr>
            </a:pPr>
            <a:r>
              <a:t>- Regulatory frameworks are nascent; early engagement can shape favorable rules.</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Investment Strategy Should Balance Near-Term Renewables with Long-Term Fusion Options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Investment Strategy Should Balance Near-Term Renewables with Long-Term Fusion Options</a:t>
            </a:r>
          </a:p>
          <a:p>
            <a:pPr>
              <a:defRPr sz="830">
                <a:solidFill>
                  <a:srgbClr val="64696E"/>
                </a:solidFill>
              </a:defRPr>
            </a:pPr>
            <a:r>
              <a:t>This chapter concludes that a balanced investment strategy, prioritizing near-term renewables while maintaining a small, diversified fusion allocation, optimizes risk-ret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Given the long timeline and high uncertainty of fusion commercialization, the prudent investment strategy is to maintain a balanced portfolio. Near-term capital should continue to flow into proven renewable energy technologies—solar, wind, energy storage, and</a:t>
            </a:r>
          </a:p>
          <a:p>
            <a:pPr>
              <a:spcAft>
                <a:spcPts val="600"/>
              </a:spcAft>
              <a:defRPr sz="819">
                <a:solidFill>
                  <a:srgbClr val="333333"/>
                </a:solidFill>
              </a:defRPr>
            </a:pPr>
            <a:r>
              <a:t>This allocation should be diversified across multiple fusion approaches (tokamak, stellarator, inertial confinement, and alternative concepts) and stages (early-stage R&amp;D, demonstration projects, and later-stage commercial pilots). Staged commitments with mile</a:t>
            </a:r>
          </a:p>
          <a:p>
            <a:pPr>
              <a:spcAft>
                <a:spcPts val="600"/>
              </a:spcAft>
              <a:defRPr sz="819">
                <a:solidFill>
                  <a:srgbClr val="333333"/>
                </a:solidFill>
              </a:defRPr>
            </a:pPr>
            <a:r>
              <a:t>The key is to avoid overcommitting too early, but also to avoid missing the opportunity if fusion accelerates faster than expected. Executives should establish a fusion monitoring team to track technical milestones and policy developments, enabling timely adju</a:t>
            </a:r>
          </a:p>
          <a:p>
            <a:pPr>
              <a:spcBef>
                <a:spcPts val="600"/>
              </a:spcBef>
              <a:defRPr sz="819" b="1">
                <a:solidFill>
                  <a:srgbClr val="003087"/>
                </a:solidFill>
              </a:defRPr>
            </a:pPr>
            <a:r>
              <a:t>Key implications</a:t>
            </a:r>
          </a:p>
          <a:p>
            <a:pPr>
              <a:defRPr sz="730">
                <a:solidFill>
                  <a:srgbClr val="333333"/>
                </a:solidFill>
              </a:defRPr>
            </a:pPr>
            <a:r>
              <a:t>- Prioritize near-term investments in proven renewables and storage.</a:t>
            </a:r>
          </a:p>
          <a:p>
            <a:pPr>
              <a:defRPr sz="730">
                <a:solidFill>
                  <a:srgbClr val="333333"/>
                </a:solidFill>
              </a:defRPr>
            </a:pPr>
            <a:r>
              <a:t>- Allocate 2-5% of energy budget to a diversified fusion portfolio with staged commitments.</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Tritium Breeding and Materials Durability Are Critical Path Risks for Fusion Commercialization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Tritium Breeding and Materials Durability Are Critical Path Risks for Fusion Commercialization</a:t>
            </a:r>
          </a:p>
          <a:p>
            <a:pPr>
              <a:defRPr sz="830">
                <a:solidFill>
                  <a:srgbClr val="64696E"/>
                </a:solidFill>
              </a:defRPr>
            </a:pPr>
            <a:r>
              <a:t>This chapter concludes that tritium breeding and materials durability are critical path risks that require dedicated R&amp;D investment and supply chain partnerships to mitig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Two engineering challenges stand out as potential showstoppers for fusion commercialization: tritium breeding and materials durability. Tritium, a radioactive isotope of hydrogen, is a key fuel for the most common fusion reaction (deuterium-tritium). It is not</a:t>
            </a:r>
          </a:p>
          <a:p>
            <a:pPr>
              <a:spcAft>
                <a:spcPts val="600"/>
              </a:spcAft>
              <a:defRPr sz="819">
                <a:solidFill>
                  <a:srgbClr val="333333"/>
                </a:solidFill>
              </a:defRPr>
            </a:pPr>
            <a:r>
              <a:t>Materials durability is another concern: the intense neutron flux in a fusion reactor can damage structural materials, reducing their lifespan and increasing maintenance costs. Advanced materials such as reduced-activation ferritic-martensitic steels and silic</a:t>
            </a:r>
          </a:p>
          <a:p>
            <a:pPr>
              <a:spcAft>
                <a:spcPts val="600"/>
              </a:spcAft>
              <a:defRPr sz="819">
                <a:solidFill>
                  <a:srgbClr val="333333"/>
                </a:solidFill>
              </a:defRPr>
            </a:pPr>
            <a:r>
              <a:t>Companies investing in fusion should monitor progress in these areas closely and consider supporting R&amp;D efforts through partnerships or consortia. Investing in tritium breeding R&amp;D and alternative fuel cycles (e.g., deuterium-deuterium) can provide fallback o</a:t>
            </a:r>
          </a:p>
          <a:p>
            <a:pPr>
              <a:spcBef>
                <a:spcPts val="600"/>
              </a:spcBef>
              <a:defRPr sz="819" b="1">
                <a:solidFill>
                  <a:srgbClr val="003087"/>
                </a:solidFill>
              </a:defRPr>
            </a:pPr>
            <a:r>
              <a:t>Key implications</a:t>
            </a:r>
          </a:p>
          <a:p>
            <a:pPr>
              <a:defRPr sz="730">
                <a:solidFill>
                  <a:srgbClr val="333333"/>
                </a:solidFill>
              </a:defRPr>
            </a:pPr>
            <a:r>
              <a:t>- Tritium breeding technology is not yet demonstrated at commercial scale.</a:t>
            </a:r>
          </a:p>
          <a:p>
            <a:pPr>
              <a:defRPr sz="730">
                <a:solidFill>
                  <a:srgbClr val="333333"/>
                </a:solidFill>
              </a:defRPr>
            </a:pPr>
            <a:r>
              <a:t>- Materials durability under neutron flux remains unproven for long durations.</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Impact on Existing Energy Industries Will Be Gradual but Transformational</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Impact on Existing Energy Industries Will Be Gradual but Transformational</a:t>
            </a:r>
          </a:p>
          <a:p>
            <a:pPr>
              <a:defRPr sz="830">
                <a:solidFill>
                  <a:srgbClr val="64696E"/>
                </a:solidFill>
              </a:defRPr>
            </a:pPr>
            <a:r>
              <a:t>This chapter concludes that fusion's impact on existing energy industries will be gradual but transformational, with coal, oil, and gas facing the most significant long-t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commercialization of fusion energy will not happen overnight, but its long-term impact on existing energy industries could be profound. Coal, oil, and natural gas face the most significant threat, as fusion could provide abundant, low-cost, carbon-free bas</a:t>
            </a:r>
          </a:p>
          <a:p>
            <a:pPr>
              <a:spcAft>
                <a:spcPts val="600"/>
              </a:spcAft>
              <a:defRPr sz="819">
                <a:solidFill>
                  <a:srgbClr val="333333"/>
                </a:solidFill>
              </a:defRPr>
            </a:pPr>
            <a:r>
              <a:t>However, the transition will be gradual: fusion plants are expected to be large, capital-intensive facilities that take years to build, similar to fission plants today. The first fusion plants will likely serve niche markets such as industrial heat, hydrogen p</a:t>
            </a:r>
          </a:p>
          <a:p>
            <a:pPr>
              <a:spcAft>
                <a:spcPts val="600"/>
              </a:spcAft>
              <a:defRPr sz="819">
                <a:solidFill>
                  <a:srgbClr val="333333"/>
                </a:solidFill>
              </a:defRPr>
            </a:pPr>
            <a:r>
              <a:t>Executives in the energy sector should conduct scenario planning to assess the potential impact of fusion on their business models. Diversifying into fusion-related technologies and services can provide a hedge against disruption. Companies should also monitor</a:t>
            </a:r>
          </a:p>
          <a:p>
            <a:pPr>
              <a:spcBef>
                <a:spcPts val="600"/>
              </a:spcBef>
              <a:defRPr sz="819" b="1">
                <a:solidFill>
                  <a:srgbClr val="003087"/>
                </a:solidFill>
              </a:defRPr>
            </a:pPr>
            <a:r>
              <a:t>Key implications</a:t>
            </a:r>
          </a:p>
          <a:p>
            <a:pPr>
              <a:defRPr sz="730">
                <a:solidFill>
                  <a:srgbClr val="333333"/>
                </a:solidFill>
              </a:defRPr>
            </a:pPr>
            <a:r>
              <a:t>- Fusion poses a long-term threat to coal, oil, gas, and nuclear fission industries.</a:t>
            </a:r>
          </a:p>
          <a:p>
            <a:pPr>
              <a:defRPr sz="730">
                <a:solidFill>
                  <a:srgbClr val="333333"/>
                </a:solidFill>
              </a:defRPr>
            </a:pPr>
            <a:r>
              <a:t>- The transition will be gradual, with first plants serving niche markets.</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Analysis for Senior Executives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