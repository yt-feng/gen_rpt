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China's Defense Strength: A Strategic Assessment for Allied Nations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Evaluating Military Modernization, Technological Leapfrogging, and Regional Implications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China's Military Modernization Reaches New Heights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Technological Leapfrogging Reshapes Battlefield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Strategic Assertiveness Tests Regional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Allied Responses Must Adapt to a More Capable China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Naval Expansion Drives Regional Power Projection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Missile Arsenal Provides Strategic Deterrence and Tactical 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Space and Cyber Domains Become New Frontlines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Economic and Diplomatic Leverage Complements Military Power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Allied Defense Posture Adjustments Are Urgently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China's defense capabilities have undergone a profound transformation over the past decade, driven by sustained budget growth, technolo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China's Military Modernization Reaches New Heights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China's Military Modernization Reaches New Heights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China's Military Modernization Reaches New Heights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Technological Leapfrogging Reshapes Battlefield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Technological Leapfrogging Reshapes Battlefield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Technological Leapfrogging Reshapes Battlefield Dynamics</a:t>
            </a:r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Strategic Assertiveness Tests Regional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Strategic Assertiveness Tests Regional Stability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Strategic Assertiveness Tests Regional Stability</a:t>
            </a:r>
          </a:p>
        </p:txBody>
      </p:sp>
      <p:pic>
        <p:nvPicPr>
          <p:cNvPr id="7" name="Picture 6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Allied Responses Must Adapt to a More Capable 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Allied Responses Must Adapt to a More Capable China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Allied Responses Must Adapt to a More Capable China</a:t>
            </a:r>
          </a:p>
        </p:txBody>
      </p:sp>
      <p:pic>
        <p:nvPicPr>
          <p:cNvPr id="7" name="Picture 6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Naval Expansion Drives Regional Power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Naval Expansion Drives Regional Power Projection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Naval Expansion Drives Regional Power Projection</a:t>
            </a:r>
          </a:p>
        </p:txBody>
      </p:sp>
      <p:pic>
        <p:nvPicPr>
          <p:cNvPr id="7" name="Picture 6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Missile Arsenal Provides Strategic Deterrence and Tactical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Missile Arsenal Provides Strategic Deterrence and Tactical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Missile Arsenal Provides Strategic Deterrence and Tactical Reach</a:t>
            </a:r>
          </a:p>
        </p:txBody>
      </p:sp>
      <p:pic>
        <p:nvPicPr>
          <p:cNvPr id="7" name="Picture 6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Space and Cyber Domains Become New Frontlines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Space and Cyber Domains Become New Frontlines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Space and Cyber Domains Become New Frontlines</a:t>
            </a:r>
          </a:p>
        </p:txBody>
      </p:sp>
      <p:pic>
        <p:nvPicPr>
          <p:cNvPr id="7" name="Picture 6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Economic and Diplomatic Leverage Complements Military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Economic and Diplomatic Leverage Complements Military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Economic and Diplomatic Leverage Complements Military Power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Allied Defense Posture Adjustments Are Urgently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Allied Defense Posture Adjustments Are Urgently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Allied Defense Posture Adjustments Are Urgently Needed</a:t>
            </a:r>
          </a:p>
        </p:txBody>
      </p:sp>
      <p:pic>
        <p:nvPicPr>
          <p:cNvPr id="7" name="Picture 6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pic>
        <p:nvPicPr>
          <p:cNvPr id="4" name="Picture 3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Evaluating Military Modernization, Technological Leapfrogging, and Regional Implications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