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Implications for Energy Markets and Capital Allocation</a:t>
            </a:r>
          </a:p>
          <a:p>
            <a:pPr>
              <a:spcBef>
                <a:spcPts val="1400"/>
              </a:spcBef>
              <a:defRPr sz="950">
                <a:solidFill>
                  <a:srgbClr val="64696E"/>
                </a:solidFill>
              </a:defRPr>
            </a:pPr>
            <a:r>
              <a:t>A Decision-Ready Assessment for Senior Executives and Policy Advisors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Commercialization Is Advancing but Remains a Decade Away from Grid-Scale Deployment</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Private Fusion Ventures Are Accelerating Timelines, Yet Technical Hurdles Persist</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Fusion Electricity Costs Are Projected to Be Competitive but Highly Uncertain</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Regulatory and Licensing Pathways Are Nascent and Will Require International Coordination</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Nuclear Fusion Commercialization: Strategic Implications for Energy Markets and Capital Allocation should be m</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Commercial readiness depends on bankability, deliverability and repeat customer proof</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Cost, return and timing will determine the real deployment window</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Regulation, policy and public acceptance can reset the speed of adoption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Fusion commercialization is advancing but remains a decade away from grid-scale deployment; private ventures have accelerated timelines</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The decision to invest now or wait hinges on risk tolerance and strategic positioning; current evidence shows no commercial fusion plan</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Levelized cost projections for fusion electricity are highly uncertain, ranging from $50 to $150 per MWh, with no empirical data from o</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Key risks include sustained net energy gain, cost overruns, and competition from renewables-plus-storage; immediate next step is to est</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Fusion offers strategic value for baseload power and energy security, but capital allocation should be staged with milestone-based gate</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Commercialization Is Advancing but Remains a Decade Away from Grid-Scale Deployment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Commercialization Is Advancing but Remains a Decade Away from Grid-Scale Deployment</a:t>
            </a:r>
          </a:p>
          <a:p>
            <a:pPr>
              <a:defRPr sz="830">
                <a:solidFill>
                  <a:srgbClr val="64696E"/>
                </a:solidFill>
              </a:defRPr>
            </a:pPr>
            <a:r>
              <a:t>This chapter establishes that fusion technology is progressing but not yet commercially viable, implying that executives should treat fusion as a long-term strategic opti</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the process that powers the sun, has long been a scientific goal. In recent years, the field has seen a surge of private investment and technical progress. Over 30 private fusion companies are now operating globally, with total private funding</a:t>
            </a:r>
          </a:p>
          <a:p>
            <a:pPr>
              <a:spcAft>
                <a:spcPts val="600"/>
              </a:spcAft>
              <a:defRPr sz="819">
                <a:solidFill>
                  <a:srgbClr val="333333"/>
                </a:solidFill>
              </a:defRPr>
            </a:pPr>
            <a:r>
              <a:t>For leadership teams, fusion is a long-term play, not a near-term solution. Capital allocation should reflect this horizon, with staged investments tied to technical milestones. The technology is real, but the path to commercialization is long and uncertain. C</a:t>
            </a:r>
          </a:p>
          <a:p>
            <a:pPr>
              <a:spcAft>
                <a:spcPts val="600"/>
              </a:spcAft>
              <a:defRPr sz="819">
                <a:solidFill>
                  <a:srgbClr val="333333"/>
                </a:solidFill>
              </a:defRPr>
            </a:pPr>
            <a:r>
              <a:t>The evidence base for this timeline is limited: no fusion plant has achieved net energy gain at commercial scale, and all projections are based on simulations and sub-scale experiments. ITER's repeated delays underscore the risk of optimistic schedules. Privat</a:t>
            </a:r>
          </a:p>
          <a:p>
            <a:pPr>
              <a:spcBef>
                <a:spcPts val="600"/>
              </a:spcBef>
              <a:defRPr sz="819" b="1">
                <a:solidFill>
                  <a:srgbClr val="003087"/>
                </a:solidFill>
              </a:defRPr>
            </a:pPr>
            <a:r>
              <a:t>Key implications</a:t>
            </a:r>
          </a:p>
          <a:p>
            <a:pPr>
              <a:defRPr sz="730">
                <a:solidFill>
                  <a:srgbClr val="333333"/>
                </a:solidFill>
              </a:defRPr>
            </a:pPr>
            <a:r>
              <a:t>- Fusion is a long-term play; capital allocation should be staged with milestone-based gates.</a:t>
            </a:r>
          </a:p>
          <a:p>
            <a:pPr>
              <a:defRPr sz="730">
                <a:solidFill>
                  <a:srgbClr val="333333"/>
                </a:solidFill>
              </a:defRPr>
            </a:pPr>
            <a:r>
              <a:t>- No commercial fusion plant is expected before 2035; grid-scale deployment may take until 2040 or</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Private Fusion Ventures Are Accelerating Timelines, Yet Technical Hurdles Persist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Private Fusion Ventures Are Accelerating Timelines, Yet Technical Hurdles Persist</a:t>
            </a:r>
          </a:p>
          <a:p>
            <a:pPr>
              <a:defRPr sz="830">
                <a:solidFill>
                  <a:srgbClr val="64696E"/>
                </a:solidFill>
              </a:defRPr>
            </a:pPr>
            <a:r>
              <a:t>Private fusion timelines are aggressive and carry high technical risk, implying that investors should diversify across approaches and require milestone-based funding.</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Private fusion companies have set ambitious timelines. Commonwealth Fusion Systems aims to demonstrate net energy gain by 2026 with its SPARC tokamak. TAE Technologies targets a commercial reactor by 2030 using a field-reversed configuration. Helion Energy pla</a:t>
            </a:r>
          </a:p>
          <a:p>
            <a:pPr>
              <a:spcAft>
                <a:spcPts val="600"/>
              </a:spcAft>
              <a:defRPr sz="819">
                <a:solidFill>
                  <a:srgbClr val="333333"/>
                </a:solidFill>
              </a:defRPr>
            </a:pPr>
            <a:r>
              <a:t>Other challenges include developing materials that can withstand high neutron fluxes, breeding tritium fuel, and extracting heat efficiently. For investors, the risk is that these timelines slip, as they have for ITER. A diversified portfolio across multiple a</a:t>
            </a:r>
          </a:p>
          <a:p>
            <a:pPr>
              <a:spcAft>
                <a:spcPts val="600"/>
              </a:spcAft>
              <a:defRPr sz="819">
                <a:solidFill>
                  <a:srgbClr val="333333"/>
                </a:solidFill>
              </a:defRPr>
            </a:pPr>
            <a:r>
              <a:t>The commercial implication is that early-stage fusion investments are high-risk, high-reward. Venture capital and corporate venture arms are active, but strategic partnerships with utilities and energy companies are also emerging. The investment landscape is f</a:t>
            </a:r>
          </a:p>
          <a:p>
            <a:pPr>
              <a:spcBef>
                <a:spcPts val="600"/>
              </a:spcBef>
              <a:defRPr sz="819" b="1">
                <a:solidFill>
                  <a:srgbClr val="003087"/>
                </a:solidFill>
              </a:defRPr>
            </a:pPr>
            <a:r>
              <a:t>Key implications</a:t>
            </a:r>
          </a:p>
          <a:p>
            <a:pPr>
              <a:defRPr sz="730">
                <a:solidFill>
                  <a:srgbClr val="333333"/>
                </a:solidFill>
              </a:defRPr>
            </a:pPr>
            <a:r>
              <a:t>- Private fusion timelines are aggressive and carry high technical risk.</a:t>
            </a:r>
          </a:p>
          <a:p>
            <a:pPr>
              <a:defRPr sz="730">
                <a:solidFill>
                  <a:srgbClr val="333333"/>
                </a:solidFill>
              </a:defRPr>
            </a:pPr>
            <a:r>
              <a:t>- Diversify across multiple fusion approaches to mitigate risk.</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Electricity Costs Are Projected to Be Competitive but Highly Uncertain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Electricity Costs Are Projected to Be Competitive but Highly Uncertain</a:t>
            </a:r>
          </a:p>
          <a:p>
            <a:pPr>
              <a:defRPr sz="830">
                <a:solidFill>
                  <a:srgbClr val="64696E"/>
                </a:solidFill>
              </a:defRPr>
            </a:pPr>
            <a:r>
              <a:t>Fusion LCOE projections are modeled and highly uncertain, implying that executives should not rely on cost estimates for investment decisions without independent validati</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levelized cost of electricity (LCOE) from fusion is a critical factor for commercialization. Current estimates range from $50 to $150 per MWh for first-of-a-kind plants, with potential to fall to $50–$80/MWh by 2050 as technology matures. For comparison, s</a:t>
            </a:r>
          </a:p>
          <a:p>
            <a:pPr>
              <a:spcAft>
                <a:spcPts val="600"/>
              </a:spcAft>
              <a:defRPr sz="819">
                <a:solidFill>
                  <a:srgbClr val="333333"/>
                </a:solidFill>
              </a:defRPr>
            </a:pPr>
            <a:r>
              <a:t>However, all cost projections are modeled, not empirical, because no fusion plant has operated commercially. The uncertainty is high. For energy buyers, fusion may offer a premium for baseload, dispatchable power, but it is unlikely to undercut renewables on c</a:t>
            </a:r>
          </a:p>
          <a:p>
            <a:pPr>
              <a:spcAft>
                <a:spcPts val="600"/>
              </a:spcAft>
              <a:defRPr sz="819">
                <a:solidFill>
                  <a:srgbClr val="333333"/>
                </a:solidFill>
              </a:defRPr>
            </a:pPr>
            <a:r>
              <a:t>From a board perspective, the commercial implication is that fusion should be modeled as a high-cost, high-reliability option in long-term energy scenarios. Companies should not assume fusion will be cheaper than renewables; instead, they should value fusion f</a:t>
            </a:r>
          </a:p>
          <a:p>
            <a:pPr>
              <a:spcBef>
                <a:spcPts val="600"/>
              </a:spcBef>
              <a:defRPr sz="819" b="1">
                <a:solidFill>
                  <a:srgbClr val="003087"/>
                </a:solidFill>
              </a:defRPr>
            </a:pPr>
            <a:r>
              <a:t>Key implications</a:t>
            </a:r>
          </a:p>
          <a:p>
            <a:pPr>
              <a:defRPr sz="730">
                <a:solidFill>
                  <a:srgbClr val="333333"/>
                </a:solidFill>
              </a:defRPr>
            </a:pPr>
            <a:r>
              <a:t>- Fusion LCOE projections are modeled and highly uncertain; no empirical data exists.</a:t>
            </a:r>
          </a:p>
          <a:p>
            <a:pPr>
              <a:defRPr sz="730">
                <a:solidFill>
                  <a:srgbClr val="333333"/>
                </a:solidFill>
              </a:defRPr>
            </a:pPr>
            <a:r>
              <a:t>- Fusion's value lies in dispatchability and energy security, not cost competitiveness with renewa</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Regulatory and Licensing Pathways Are Nascent and Will Require International Coordination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Regulatory and Licensing Pathways Are Nascent and Will Require International Coordination</a:t>
            </a:r>
          </a:p>
          <a:p>
            <a:pPr>
              <a:defRPr sz="830">
                <a:solidFill>
                  <a:srgbClr val="64696E"/>
                </a:solidFill>
              </a:defRPr>
            </a:pPr>
            <a:r>
              <a:t>Regulatory frameworks for fusion are underdeveloped, implying that companies should engage early with regulators and choose jurisdictions with clear policies.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No country has yet enacted a comprehensive regulatory framework for commercial fusion reactors. The U.S. Nuclear Regulatory Commission is developing a proposed rule, expected in 2026, that would treat fusion differently from fission, with a</a:t>
            </a:r>
          </a:p>
          <a:p>
            <a:pPr>
              <a:spcAft>
                <a:spcPts val="600"/>
              </a:spcAft>
              <a:defRPr sz="819">
                <a:solidFill>
                  <a:srgbClr val="333333"/>
                </a:solidFill>
              </a:defRPr>
            </a:pPr>
            <a:r>
              <a:t>For Regulatory and Licensing Pathways Are Nascent and Will Require International Coordination, the next useful work is to convert the source backup into a short list of claims that would change capital timing, customer exposure or partner posture. Claims that</a:t>
            </a:r>
          </a:p>
          <a:p>
            <a:pPr>
              <a:spcAft>
                <a:spcPts val="600"/>
              </a:spcAft>
              <a:defRPr sz="819">
                <a:solidFill>
                  <a:srgbClr val="333333"/>
                </a:solidFill>
              </a:defRPr>
            </a:pPr>
            <a:r>
              <a:t>Policy support, permitting rules, standards and public acceptance affect how quickly an opportunity moves from concept to deployment. These factors should be treated as decision gates, not background context.</a:t>
            </a:r>
          </a:p>
          <a:p>
            <a:pPr>
              <a:spcBef>
                <a:spcPts val="600"/>
              </a:spcBef>
              <a:defRPr sz="819" b="1">
                <a:solidFill>
                  <a:srgbClr val="003087"/>
                </a:solidFill>
              </a:defRPr>
            </a:pPr>
            <a:r>
              <a:t>Key implications</a:t>
            </a:r>
          </a:p>
          <a:p>
            <a:pPr>
              <a:defRPr sz="730">
                <a:solidFill>
                  <a:srgbClr val="333333"/>
                </a:solidFill>
              </a:defRPr>
            </a:pPr>
            <a:r>
              <a:t>- Key risks include sustained net energy gain, cost overruns, and competition from renewables-plus</a:t>
            </a:r>
          </a:p>
          <a:p>
            <a:pPr>
              <a:defRPr sz="730">
                <a:solidFill>
                  <a:srgbClr val="333333"/>
                </a:solidFill>
              </a:defRPr>
            </a:pPr>
            <a:r>
              <a:t>- Confirm the available public record before committing capital.</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Strategic Implications for Energy Markets and Capital Allocation should be managed as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Strategic Implications for Energy Markets and Capital Allocation should be managed a</a:t>
            </a:r>
          </a:p>
          <a:p>
            <a:pPr>
              <a:defRPr sz="830">
                <a:solidFill>
                  <a:srgbClr val="64696E"/>
                </a:solidFill>
              </a:defRPr>
            </a:pPr>
            <a:r>
              <a:t>The CEO question is which moves are safe now and which should wait for stronger evidence.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From a board perspective, for leadership, Nuclear Fusion Commercialization: Strategic Implications for Energy Markets and Capital Allocation should be separated into verified facts, directional scenarios and open diligence items. That boundary keeps the report</a:t>
            </a:r>
          </a:p>
          <a:p>
            <a:pPr>
              <a:spcAft>
                <a:spcPts val="600"/>
              </a:spcAft>
              <a:defRPr sz="819">
                <a:solidFill>
                  <a:srgbClr val="333333"/>
                </a:solidFill>
              </a:defRPr>
            </a:pPr>
            <a:r>
              <a:t>The commercial implication is that the immediate management question is not whether the opportunity is exciting; it is whether budget, partner access or management attention should be committed now. Low-cost validation can start early, while larger capital com</a:t>
            </a:r>
          </a:p>
          <a:p>
            <a:pPr>
              <a:spcAft>
                <a:spcPts val="600"/>
              </a:spcAft>
              <a:defRPr sz="819">
                <a:solidFill>
                  <a:srgbClr val="333333"/>
                </a:solidFill>
              </a:defRPr>
            </a:pPr>
            <a:r>
              <a:t>The current evidence posture is: Public evidence retained in the source backup; additional validation is required for unsupported claims. This makes a quarterly decision cadence more useful than a one-time yes-or-no judgment.</a:t>
            </a:r>
          </a:p>
          <a:p>
            <a:pPr>
              <a:spcBef>
                <a:spcPts val="600"/>
              </a:spcBef>
              <a:defRPr sz="819" b="1">
                <a:solidFill>
                  <a:srgbClr val="003087"/>
                </a:solidFill>
              </a:defRPr>
            </a:pPr>
            <a:r>
              <a:t>Key implications</a:t>
            </a:r>
          </a:p>
          <a:p>
            <a:pPr>
              <a:defRPr sz="730">
                <a:solidFill>
                  <a:srgbClr val="333333"/>
                </a:solidFill>
              </a:defRPr>
            </a:pPr>
            <a:r>
              <a:t>- Start with low-cost validation</a:t>
            </a:r>
          </a:p>
          <a:p>
            <a:pPr>
              <a:defRPr sz="730">
                <a:solidFill>
                  <a:srgbClr val="333333"/>
                </a:solidFill>
              </a:defRPr>
            </a:pPr>
            <a:r>
              <a:t>- Hold major commitments behind evidence gates</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Commercial readiness depends on bankability, deliverability and repeat customer proof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Commercial readiness depends on bankability, deliverability and repeat customer proof</a:t>
            </a:r>
          </a:p>
          <a:p>
            <a:pPr>
              <a:defRPr sz="830">
                <a:solidFill>
                  <a:srgbClr val="64696E"/>
                </a:solidFill>
              </a:defRPr>
            </a:pPr>
            <a:r>
              <a:t>Technical feasibility matters only when it changes customer value, cost position and execution confidence.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commercial implication is that commercial readiness should be judged through customer adoption, cost structure, delivery cycle, service capability and financing availability. A technical milestone alone does not prove bankability or repeat demand.</a:t>
            </a:r>
          </a:p>
          <a:p>
            <a:pPr>
              <a:spcAft>
                <a:spcPts val="600"/>
              </a:spcAft>
              <a:defRPr sz="819">
                <a:solidFill>
                  <a:srgbClr val="333333"/>
                </a:solidFill>
              </a:defRPr>
            </a:pPr>
            <a:r>
              <a:t>The board-level question is whether management should require every major assumption to tie back to a verifiable claim: target customer, buying trigger, budget owner, substitute, use case and payback path. Where public evidence is missing, the report should ke</a:t>
            </a:r>
          </a:p>
          <a:p>
            <a:pPr>
              <a:spcAft>
                <a:spcPts val="600"/>
              </a:spcAft>
              <a:defRPr sz="819">
                <a:solidFill>
                  <a:srgbClr val="333333"/>
                </a:solidFill>
              </a:defRPr>
            </a:pPr>
            <a:r>
              <a:t>A more robust path is to build credible proof through pilots, partner diligence and third-party validation before moving into larger commitments.</a:t>
            </a:r>
          </a:p>
          <a:p>
            <a:pPr>
              <a:spcBef>
                <a:spcPts val="600"/>
              </a:spcBef>
              <a:defRPr sz="819" b="1">
                <a:solidFill>
                  <a:srgbClr val="003087"/>
                </a:solidFill>
              </a:defRPr>
            </a:pPr>
            <a:r>
              <a:t>Key implications</a:t>
            </a:r>
          </a:p>
          <a:p>
            <a:pPr>
              <a:defRPr sz="730">
                <a:solidFill>
                  <a:srgbClr val="333333"/>
                </a:solidFill>
              </a:defRPr>
            </a:pPr>
            <a:r>
              <a:t>- Customer value changes decisions more than technical narrative</a:t>
            </a:r>
          </a:p>
          <a:p>
            <a:pPr>
              <a:defRPr sz="730">
                <a:solidFill>
                  <a:srgbClr val="333333"/>
                </a:solidFill>
              </a:defRPr>
            </a:pPr>
            <a:r>
              <a:t>- Validate bankability and delivery risk first</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Cost, return and timing will determine the real deployment window</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Cost, return and timing will determine the real deployment window</a:t>
            </a:r>
          </a:p>
          <a:p>
            <a:pPr>
              <a:defRPr sz="830">
                <a:solidFill>
                  <a:srgbClr val="64696E"/>
                </a:solidFill>
              </a:defRPr>
            </a:pPr>
            <a:r>
              <a:t>Market size should not enter an investment case until the cost and return logic can be checked.</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board-level question is whether every opportunity eventually returns to cost, revenue, margin, cash flow and timing. If public evidence does not support market size, ROI, unit economics or share, those items should remain validation tasks rather than repor</a:t>
            </a:r>
          </a:p>
          <a:p>
            <a:pPr>
              <a:spcAft>
                <a:spcPts val="600"/>
              </a:spcAft>
              <a:defRPr sz="819">
                <a:solidFill>
                  <a:srgbClr val="333333"/>
                </a:solidFill>
              </a:defRPr>
            </a:pPr>
            <a:r>
              <a:t>For leadership teams, near-term action should focus on verifiable cost drivers and customer willingness to pay instead of relying on optimistic long-range scenarios. That protects strategic optionality while reducing premature commitment risk.</a:t>
            </a:r>
          </a:p>
          <a:p>
            <a:pPr>
              <a:spcAft>
                <a:spcPts val="600"/>
              </a:spcAft>
              <a:defRPr sz="819">
                <a:solidFill>
                  <a:srgbClr val="333333"/>
                </a:solidFill>
              </a:defRPr>
            </a:pPr>
            <a:r>
              <a:t>As cost, customer and financing evidence improves, management can shift resources from monitoring and partnerships toward pilots or scaled deployment.</a:t>
            </a:r>
          </a:p>
          <a:p>
            <a:pPr>
              <a:spcBef>
                <a:spcPts val="600"/>
              </a:spcBef>
              <a:defRPr sz="819" b="1">
                <a:solidFill>
                  <a:srgbClr val="003087"/>
                </a:solidFill>
              </a:defRPr>
            </a:pPr>
            <a:r>
              <a:t>Key implications</a:t>
            </a:r>
          </a:p>
          <a:p>
            <a:pPr>
              <a:defRPr sz="730">
                <a:solidFill>
                  <a:srgbClr val="333333"/>
                </a:solidFill>
              </a:defRPr>
            </a:pPr>
            <a:r>
              <a:t>- Cost and ROI are priority diligence items</a:t>
            </a:r>
          </a:p>
          <a:p>
            <a:pPr>
              <a:defRPr sz="730">
                <a:solidFill>
                  <a:srgbClr val="333333"/>
                </a:solidFill>
              </a:defRPr>
            </a:pPr>
            <a:r>
              <a:t>- Timing should move with evidence quality</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Regulation, policy and public acceptance can reset the speed of adoption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Regulation, policy and public acceptance can reset the speed of adoption</a:t>
            </a:r>
          </a:p>
          <a:p>
            <a:pPr>
              <a:defRPr sz="830">
                <a:solidFill>
                  <a:srgbClr val="64696E"/>
                </a:solidFill>
              </a:defRPr>
            </a:pPr>
            <a:r>
              <a:t>External rules can accelerate the market or change the risk budget and project timeline.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leadership teams, policy support, permitting rules, standards and public acceptance affect how quickly an opportunity moves from concept to deployment. These factors should be treated as decision gates, not background context.</a:t>
            </a:r>
          </a:p>
          <a:p>
            <a:pPr>
              <a:spcAft>
                <a:spcPts val="600"/>
              </a:spcAft>
              <a:defRPr sz="819">
                <a:solidFill>
                  <a:srgbClr val="333333"/>
                </a:solidFill>
              </a:defRPr>
            </a:pPr>
            <a:r>
              <a:t>A practical reading is that where the regulatory path is unclear, the better move is usually standards engagement, policy tracking and low-risk pilots rather than an early heavy-asset commitment.</a:t>
            </a:r>
          </a:p>
          <a:p>
            <a:pPr>
              <a:spcAft>
                <a:spcPts val="600"/>
              </a:spcAft>
              <a:defRPr sz="819">
                <a:solidFill>
                  <a:srgbClr val="333333"/>
                </a:solidFill>
              </a:defRPr>
            </a:pPr>
            <a:r>
              <a:t>The decision lens is that the board should track which policy events would change investment timing, such as licensing rules, procurement requirements, subsidy treatment, local approvals or safety standards.</a:t>
            </a:r>
          </a:p>
          <a:p>
            <a:pPr>
              <a:spcBef>
                <a:spcPts val="600"/>
              </a:spcBef>
              <a:defRPr sz="819" b="1">
                <a:solidFill>
                  <a:srgbClr val="003087"/>
                </a:solidFill>
              </a:defRPr>
            </a:pPr>
            <a:r>
              <a:t>Key implications</a:t>
            </a:r>
          </a:p>
          <a:p>
            <a:pPr>
              <a:defRPr sz="730">
                <a:solidFill>
                  <a:srgbClr val="333333"/>
                </a:solidFill>
              </a:defRPr>
            </a:pPr>
            <a:r>
              <a:t>- Policy events are external decision gates</a:t>
            </a:r>
          </a:p>
          <a:p>
            <a:pPr>
              <a:defRPr sz="730">
                <a:solidFill>
                  <a:srgbClr val="333333"/>
                </a:solidFill>
              </a:defRPr>
            </a:pPr>
            <a:r>
              <a:t>- Use options while regulation remains unclear</a:t>
            </a:r>
          </a:p>
        </p:txBody>
      </p:sp>
      <p:pic>
        <p:nvPicPr>
          <p:cNvPr id="7" name="Picture 6" descr="image-8.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Assessment for Senior Executives and Policy Advisors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