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Strategic Assessment of the Robotics Industry: Navigating Growth, Disruption, and Opportunity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BlueOcean Research Report for Senior Executives and Strategic Planners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Robotics Market Poised for Double-Digit Growth Driven by AI and Automation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Industrial Robotics Dominates but Service Robotics Is the Fastest-Growing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Asia-Pacific Leads in Production and Adoption, with China as the Largest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Incumbents Hold Strong Positions but Face Disruption from Agile Startups and Tech Giants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Collaborative Robots and Autonomous Mobile Robots Are Reshaping Factory and Warehouse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Robot-as-a-Service Lowers Entry Barriers and Accelerates Adoption Among SMEs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Regulatory Frameworks Are Evolving but Remain Fragmented Across Regions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Ethical and Social Concerns Require Proactive Workforce Transition Strategies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Healthcare and Logistics Offer the Highest Near-Term Growth Opportunities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32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32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Supply Chain Concentration and Trade Tensions Pose Significant Risks to Robotics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global robotics market is entering a phase of accelerated growth, projected to expand at a compound annual growth rate (CAGR)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Robotics Market Poised for Double-Digit Growth Driven by AI and Automation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Robotics Market Poised for Double-Digit Growth Driven by AI and Automation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Robotics Market Poised for Double-Digit Growth Driven by AI and Automation Demand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Industrial Robotics Dominates but Service Robotics Is the Fastest-Growing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Industrial Robotics Dominates but Service Robotics Is the Fastest-Growing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Industrial Robotics Dominates but Service Robotics Is the Fastest-Growing Segment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Asia-Pacific Leads in Production and Adoption, with China as the Largest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Asia-Pacific Leads in Production and Adoption, with China as the Largest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Asia-Pacific Leads in Production and Adoption, with China as the Largest Market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Incumbents Hold Strong Positions but Face Disruption from Agile Startups and Tech Giants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Incumbents Hold Strong Positions but Face Disruption from Agile Startups and Tech Giants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Incumbents Hold Strong Positions but Face Disruption from Agile Startups and Tech Giants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Collaborative Robots and Autonomous Mobile Robots Are Reshaping Factory and Warehouse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Collaborative Robots and Autonomous Mobile Robots Are Reshaping Factory and Warehouse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Collaborative Robots and Autonomous Mobile Robots Are Reshaping Factory and Warehouse Operations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Robot-as-a-Service Lowers Entry Barriers and Accelerates Adoption Among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Robot-as-a-Service Lowers Entry Barriers and Accelerates Adoption Among SMEs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Robot-as-a-Service Lowers Entry Barriers and Accelerates Adoption Among SMEs</a:t>
            </a:r>
          </a:p>
        </p:txBody>
      </p:sp>
      <p:pic>
        <p:nvPicPr>
          <p:cNvPr id="7" name="Picture 6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Regulatory Frameworks Are Evolving but Remain Fragmented Across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Regulatory Frameworks Are Evolving but Remain Fragmented Across Regions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Regulatory Frameworks Are Evolving but Remain Fragmented Across Regions</a:t>
            </a:r>
          </a:p>
        </p:txBody>
      </p:sp>
      <p:pic>
        <p:nvPicPr>
          <p:cNvPr id="7" name="Picture 6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Ethical and Social Concerns Require Proactive Workforce Transition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Ethical and Social Concerns Require Proactive Workforce Transition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Ethical and Social Concerns Require Proactive Workforce Transition Strategies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Healthcare and Logistics Offer the Highest Near-Term Growth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Healthcare and Logistics Offer the Highest Near-Term Growth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Healthcare and Logistics Offer the Highest Near-Term Growth Opportunities</a:t>
            </a:r>
          </a:p>
        </p:txBody>
      </p:sp>
      <p:pic>
        <p:nvPicPr>
          <p:cNvPr id="7" name="Picture 6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Supply Chain Concentration and Trade Tensions Pose Significant Risks to Robotics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Supply Chain Concentration and Trade Tensions Pose Significant Risks to Robotics Companies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Supply Chain Concentration and Trade Tensions Pose Significant Risks to Robotics Companies</a:t>
            </a:r>
          </a:p>
        </p:txBody>
      </p:sp>
      <p:pic>
        <p:nvPicPr>
          <p:cNvPr id="7" name="Picture 6" descr="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BlueOcean Research Report for Senior Executives and Strategic Planners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