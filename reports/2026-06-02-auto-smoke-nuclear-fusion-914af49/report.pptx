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Outlook and Implications for Energy Markets and Investment</a:t>
            </a:r>
          </a:p>
          <a:p>
            <a:pPr>
              <a:spcBef>
                <a:spcPts val="1400"/>
              </a:spcBef>
              <a:defRPr sz="950">
                <a:solidFill>
                  <a:srgbClr val="64696E"/>
                </a:solidFill>
              </a:defRPr>
            </a:pPr>
            <a:r>
              <a:t>A Decision-Ready Analysis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Advancing but Remains a Decade or More from Grid-Scale Deployment</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Sector Investment Is Accelerating Fusion Development and Reducing Reliance on Government Megaprojects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Economic Viability of Fusion Depends on Achieving Cost Parity with Renewables and Fission by 2050</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Fusion Could Reshape Global Energy Geopolitics by Reducing Dependence on Fossil Fuel Exporters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Strategic Positioning Now Is Critical for Energy Companies and Investors to Capture First-Mover Advantages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Regulatory and Safety Considerations Will Shape Fusion Deployment Timelines and Costs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Competing Clean Energy Technologies Could Reduce the Urgency for Fusion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Talent and Supply Chain Constraints Could Slow Fusion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energy is advancing from laboratory science toward engineering demonstration, with private capital accelerating timelines that w</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This report synthesizes publicly available evidence to assess the outlook, risks, and strategic moves for energy companies, policymaker</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Key risks include technical delays, cost overruns, and competition from other clean energy technologies. Immediate next steps for decis</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Private sector investment has exceeded $4.8 billion cumulatively by 2025, reducing reliance on government megaprojects and enabling fas</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Strategic positioning now is critical: early partnerships and pilot offtake agreements can secure favorable terms and influence technol</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Advancing but Remains a Decade or More from Grid-Scale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Advancing but Remains a Decade or More from Grid-Scale Deployment</a:t>
            </a:r>
          </a:p>
          <a:p>
            <a:pPr>
              <a:defRPr sz="830">
                <a:solidFill>
                  <a:srgbClr val="64696E"/>
                </a:solidFill>
              </a:defRPr>
            </a:pPr>
            <a:r>
              <a:t>The fusion energy landscape has shifted dramatically in the past five years, with private companies joining government-led megaprojects in the race to demonstrate net ene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most advanced projects—ITER, SPARC, and several private ventures—are targeting key milestones between 2025 and 2035. ITER, the international tokamak under construction in France, aims for first plasma in 2025-2027 and full fusion power by 2035. SPARC, deve</a:t>
            </a:r>
          </a:p>
          <a:p>
            <a:pPr>
              <a:spcAft>
                <a:spcPts val="600"/>
              </a:spcAft>
              <a:defRPr sz="819">
                <a:solidFill>
                  <a:srgbClr val="333333"/>
                </a:solidFill>
              </a:defRPr>
            </a:pPr>
            <a:r>
              <a:t>Despite this progress, significant technical challenges remain, including sustaining plasma stability, developing materials that can withstand high-energy neutron bombardment, and scaling tritium breeding to fuel commercial reactors. The evidence boundary for</a:t>
            </a:r>
          </a:p>
          <a:p>
            <a:pPr>
              <a:spcAft>
                <a:spcPts val="600"/>
              </a:spcAft>
              <a:defRPr sz="819">
                <a:solidFill>
                  <a:srgbClr val="333333"/>
                </a:solidFill>
              </a:defRPr>
            </a:pPr>
            <a:r>
              <a:t>For executives, the key implication is that fusion is not a near-term solution but a credible long-term option that warrants monitoring and selective engagement. Investment in fusion should be structured as a strategic option with milestone-based gates, not as</a:t>
            </a:r>
          </a:p>
          <a:p>
            <a:pPr>
              <a:spcBef>
                <a:spcPts val="600"/>
              </a:spcBef>
              <a:defRPr sz="819" b="1">
                <a:solidFill>
                  <a:srgbClr val="003087"/>
                </a:solidFill>
              </a:defRPr>
            </a:pPr>
            <a:r>
              <a:t>Key implications</a:t>
            </a:r>
          </a:p>
          <a:p>
            <a:pPr>
              <a:defRPr sz="730">
                <a:solidFill>
                  <a:srgbClr val="333333"/>
                </a:solidFill>
              </a:defRPr>
            </a:pPr>
            <a:r>
              <a:t>- Fusion demonstration milestones are near (2025-2035), but commercial plants are not expected bef</a:t>
            </a:r>
          </a:p>
          <a:p>
            <a:pPr>
              <a:defRPr sz="730">
                <a:solidFill>
                  <a:srgbClr val="333333"/>
                </a:solidFill>
              </a:defRPr>
            </a:pPr>
            <a:r>
              <a:t>- Technical challenges remain significant; timelines are based on public announcements and may sli</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Sector Investment Is Accelerating Fusion Development and Reducing Reliance on Government Megaprojects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Sector Investment Is Accelerating Fusion Development and Reducing Reliance on Government Megaprojects</a:t>
            </a:r>
          </a:p>
          <a:p>
            <a:pPr>
              <a:defRPr sz="830">
                <a:solidFill>
                  <a:srgbClr val="64696E"/>
                </a:solidFill>
              </a:defRPr>
            </a:pPr>
            <a:r>
              <a:t>Cumulative private investment in fusion has exceeded $4.8 billion as of 2025, enabling a parallel track of development alongside government programs and shifting the bala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Major private funding rounds include Commonwealth Fusion Systems ($2 billion+), Helion Energy ($1.7 billion), and TAE Technologies ($1.2 billion). This influx of capital has enabled faster iteration, smaller reactor designs, and a focus on commercial viability</a:t>
            </a:r>
          </a:p>
          <a:p>
            <a:pPr>
              <a:spcAft>
                <a:spcPts val="600"/>
              </a:spcAft>
              <a:defRPr sz="819">
                <a:solidFill>
                  <a:srgbClr val="333333"/>
                </a:solidFill>
              </a:defRPr>
            </a:pPr>
            <a:r>
              <a:t>The private sector approach emphasizes speed and cost reduction, with many startups targeting net energy gain within 5-7 years of founding. However, the evidence boundary for funding figures is that they are derived from press releases and may not reflect all</a:t>
            </a:r>
          </a:p>
          <a:p>
            <a:pPr>
              <a:spcAft>
                <a:spcPts val="600"/>
              </a:spcAft>
              <a:defRPr sz="819">
                <a:solidFill>
                  <a:srgbClr val="333333"/>
                </a:solidFill>
              </a:defRPr>
            </a:pPr>
            <a:r>
              <a:t>For executives, the implication is that corporate venture arms and strategic partnerships with leading startups offer a way to gain exposure and influence technology direction without bearing full development risk. Early movers can secure favorable terms and a</a:t>
            </a:r>
          </a:p>
          <a:p>
            <a:pPr>
              <a:spcBef>
                <a:spcPts val="600"/>
              </a:spcBef>
              <a:defRPr sz="819" b="1">
                <a:solidFill>
                  <a:srgbClr val="003087"/>
                </a:solidFill>
              </a:defRPr>
            </a:pPr>
            <a:r>
              <a:t>Key implications</a:t>
            </a:r>
          </a:p>
          <a:p>
            <a:pPr>
              <a:defRPr sz="730">
                <a:solidFill>
                  <a:srgbClr val="333333"/>
                </a:solidFill>
              </a:defRPr>
            </a:pPr>
            <a:r>
              <a:t>- Private investment has surpassed $4.8 billion, reducing reliance on government megaprojects.</a:t>
            </a:r>
          </a:p>
          <a:p>
            <a:pPr>
              <a:defRPr sz="730">
                <a:solidFill>
                  <a:srgbClr val="333333"/>
                </a:solidFill>
              </a:defRPr>
            </a:pPr>
            <a:r>
              <a:t>- Startups are iterating faster than government programs, but funding data may be incomplete.</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of Fusion Depends on Achieving Cost Parity with Renewables and Fission by 2050</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of Fusion Depends on Achieving Cost Parity with Renewables and Fission by 2050</a:t>
            </a:r>
          </a:p>
          <a:p>
            <a:pPr>
              <a:defRPr sz="830">
                <a:solidFill>
                  <a:srgbClr val="64696E"/>
                </a:solidFill>
              </a:defRPr>
            </a:pPr>
            <a:r>
              <a:t>Projections for the levelized cost of fusion energy vary widely, from $50-100/MWh in optimistic scenarios to over $150/MWh in conservative estimates, but no verified cost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comparison, solar and wind with storage currently range from $20-60/MWh, while new nuclear fission is $100-150/MWh. Fusion's cost competitiveness will depend on achieving high capacity factors (90%+), low fuel costs, and long plant lifetimes (40-60 years).</a:t>
            </a:r>
          </a:p>
          <a:p>
            <a:pPr>
              <a:spcAft>
                <a:spcPts val="600"/>
              </a:spcAft>
              <a:defRPr sz="819">
                <a:solidFill>
                  <a:srgbClr val="333333"/>
                </a:solidFill>
              </a:defRPr>
            </a:pPr>
            <a:r>
              <a:t>Financing models are likely to involve a mix of government loan guarantees, corporate PPAs, and project finance. The evidence boundary is that all cost projections are modeled and unvalidated, as no commercial fusion plant has been built.</a:t>
            </a:r>
          </a:p>
          <a:p>
            <a:pPr>
              <a:spcAft>
                <a:spcPts val="600"/>
              </a:spcAft>
              <a:defRPr sz="819">
                <a:solidFill>
                  <a:srgbClr val="333333"/>
                </a:solidFill>
              </a:defRPr>
            </a:pPr>
            <a:r>
              <a:t>For executives, investment decisions should be based on scenario analysis that assumes fusion costs decline along a learning curve similar to renewables, but with a risk premium for technical uncertainty. Fusion may initially be competitive in niche applicatio</a:t>
            </a:r>
          </a:p>
          <a:p>
            <a:pPr>
              <a:spcBef>
                <a:spcPts val="600"/>
              </a:spcBef>
              <a:defRPr sz="819" b="1">
                <a:solidFill>
                  <a:srgbClr val="003087"/>
                </a:solidFill>
              </a:defRPr>
            </a:pPr>
            <a:r>
              <a:t>Key implications</a:t>
            </a:r>
          </a:p>
          <a:p>
            <a:pPr>
              <a:defRPr sz="730">
                <a:solidFill>
                  <a:srgbClr val="333333"/>
                </a:solidFill>
              </a:defRPr>
            </a:pPr>
            <a:r>
              <a:t>- Fusion cost projections range from $50-150/MWh, but are unvalidated.</a:t>
            </a:r>
          </a:p>
          <a:p>
            <a:pPr>
              <a:defRPr sz="730">
                <a:solidFill>
                  <a:srgbClr val="333333"/>
                </a:solidFill>
              </a:defRPr>
            </a:pPr>
            <a:r>
              <a:t>- Cost parity with renewables and fission is needed by 2050 for widespread adoption.</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Could Reshape Global Energy Geopolitics by Reducing Dependence on Fossil Fuel Exporters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Could Reshape Global Energy Geopolitics by Reducing Dependence on Fossil Fuel Exporters</a:t>
            </a:r>
          </a:p>
          <a:p>
            <a:pPr>
              <a:defRPr sz="830">
                <a:solidFill>
                  <a:srgbClr val="64696E"/>
                </a:solidFill>
              </a:defRPr>
            </a:pPr>
            <a:r>
              <a:t>Fusion fuel is widely available, potentially eliminating the geopolitical leverage of fossil fuel exporters and enabling energy independence for importing regions.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Deuterium extracted from seawater and tritium bred from lithium are abundant, reducing the need for energy imports. Energy-importing regions like Europe, Japan, and South Korea could achieve near-total energy independence, while exporters like Russia, Saudi Ar</a:t>
            </a:r>
          </a:p>
          <a:p>
            <a:pPr>
              <a:spcAft>
                <a:spcPts val="600"/>
              </a:spcAft>
              <a:defRPr sz="819">
                <a:solidFill>
                  <a:srgbClr val="333333"/>
                </a:solidFill>
              </a:defRPr>
            </a:pPr>
            <a:r>
              <a:t>The transition would be gradual, with fusion likely displacing fossil fuels in electricity generation first, then in industrial heat and hydrogen production. However, the concentration of fusion intellectual property and manufacturing in a few countries (US, C</a:t>
            </a:r>
          </a:p>
          <a:p>
            <a:pPr>
              <a:spcAft>
                <a:spcPts val="600"/>
              </a:spcAft>
              <a:defRPr sz="819">
                <a:solidFill>
                  <a:srgbClr val="333333"/>
                </a:solidFill>
              </a:defRPr>
            </a:pPr>
            <a:r>
              <a:t>The evidence boundary for geopolitical impact is that it is qualitative and based on scenario modeling, not empirical data. For executives, energy-importing nations should view fusion as a long-term energy security hedge and consider supporting domestic fusion</a:t>
            </a:r>
          </a:p>
          <a:p>
            <a:pPr>
              <a:spcBef>
                <a:spcPts val="600"/>
              </a:spcBef>
              <a:defRPr sz="819" b="1">
                <a:solidFill>
                  <a:srgbClr val="003087"/>
                </a:solidFill>
              </a:defRPr>
            </a:pPr>
            <a:r>
              <a:t>Key implications</a:t>
            </a:r>
          </a:p>
          <a:p>
            <a:pPr>
              <a:defRPr sz="730">
                <a:solidFill>
                  <a:srgbClr val="333333"/>
                </a:solidFill>
              </a:defRPr>
            </a:pPr>
            <a:r>
              <a:t>- Fusion fuel is widely available, reducing dependence on fossil fuel exporters.</a:t>
            </a:r>
          </a:p>
          <a:p>
            <a:pPr>
              <a:defRPr sz="730">
                <a:solidFill>
                  <a:srgbClr val="333333"/>
                </a:solidFill>
              </a:defRPr>
            </a:pPr>
            <a:r>
              <a:t>- Geopolitical impact is qualitative and based on scenario modeling.</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Positioning Now Is Critical for Energy Companies and Investors to Capture First-Mover Advantages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Positioning Now Is Critical for Energy Companies and Investors to Capture First-Mover Advantages</a:t>
            </a:r>
          </a:p>
          <a:p>
            <a:pPr>
              <a:defRPr sz="830">
                <a:solidFill>
                  <a:srgbClr val="64696E"/>
                </a:solidFill>
              </a:defRPr>
            </a:pPr>
            <a:r>
              <a:t>Early partnerships between utilities and fusion startups are emerging, providing startups with revenue certainty and utilities with preferential access to future fusion p</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Examples include Helion Energy's PPA with Nucor and Microsoft's agreement to purchase power from Helion's first commercial plant. These agreements indicate that early movers can secure favorable terms and influence technology design. For investors, early-stage</a:t>
            </a:r>
          </a:p>
          <a:p>
            <a:pPr>
              <a:spcAft>
                <a:spcPts val="600"/>
              </a:spcAft>
              <a:defRPr sz="819">
                <a:solidFill>
                  <a:srgbClr val="333333"/>
                </a:solidFill>
              </a:defRPr>
            </a:pPr>
            <a:r>
              <a:t>The evidence boundary is that the number of such agreements is small and terms are often confidential. No independent verification of the financial details is available.</a:t>
            </a:r>
          </a:p>
          <a:p>
            <a:pPr>
              <a:spcAft>
                <a:spcPts val="600"/>
              </a:spcAft>
              <a:defRPr sz="819">
                <a:solidFill>
                  <a:srgbClr val="333333"/>
                </a:solidFill>
              </a:defRPr>
            </a:pPr>
            <a:r>
              <a:t>For executives, the recommended approach is to initiate exploratory discussions with leading fusion developers, consider pilot offtake agreements, and build internal expertise to evaluate fusion integration into grid systems. A phased investment strategy—start</a:t>
            </a:r>
          </a:p>
          <a:p>
            <a:pPr>
              <a:spcBef>
                <a:spcPts val="600"/>
              </a:spcBef>
              <a:defRPr sz="819" b="1">
                <a:solidFill>
                  <a:srgbClr val="003087"/>
                </a:solidFill>
              </a:defRPr>
            </a:pPr>
            <a:r>
              <a:t>Key implications</a:t>
            </a:r>
          </a:p>
          <a:p>
            <a:pPr>
              <a:defRPr sz="730">
                <a:solidFill>
                  <a:srgbClr val="333333"/>
                </a:solidFill>
              </a:defRPr>
            </a:pPr>
            <a:r>
              <a:t>- Early partnerships can secure favorable terms and influence technology design.</a:t>
            </a:r>
          </a:p>
          <a:p>
            <a:pPr>
              <a:defRPr sz="730">
                <a:solidFill>
                  <a:srgbClr val="333333"/>
                </a:solidFill>
              </a:defRPr>
            </a:pPr>
            <a:r>
              <a:t>- The number of agreements is small and terms are often confidential.</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Safety Considerations Will Shape Fusion Deployment Timelines and Costs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Safety Considerations Will Shape Fusion Deployment Timelines and Costs</a:t>
            </a:r>
          </a:p>
          <a:p>
            <a:pPr>
              <a:defRPr sz="830">
                <a:solidFill>
                  <a:srgbClr val="64696E"/>
                </a:solidFill>
              </a:defRPr>
            </a:pPr>
            <a:r>
              <a:t>Fusion reactors have inherent safety advantages over fission, but no commercial regulatory framework exists yet, creating uncertainty for deployment timelines and costs.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reactors have no risk of meltdown, no long-lived high-level waste, and no proliferation of weapons-grade materials. These advantages could streamline licensing and reduce regulatory costs. However, the US Nuclear Regulatory Commission (NRC) is developin</a:t>
            </a:r>
          </a:p>
          <a:p>
            <a:pPr>
              <a:spcAft>
                <a:spcPts val="600"/>
              </a:spcAft>
              <a:defRPr sz="819">
                <a:solidFill>
                  <a:srgbClr val="333333"/>
                </a:solidFill>
              </a:defRPr>
            </a:pPr>
            <a:r>
              <a:t>The evidence boundary is that current regulatory frameworks are in early development, and no precedent for commercial fusion licensing exists. This creates uncertainty for project timelines and costs.</a:t>
            </a:r>
          </a:p>
          <a:p>
            <a:pPr>
              <a:spcAft>
                <a:spcPts val="600"/>
              </a:spcAft>
              <a:defRPr sz="819">
                <a:solidFill>
                  <a:srgbClr val="333333"/>
                </a:solidFill>
              </a:defRPr>
            </a:pPr>
            <a:r>
              <a:t>For executives, engagement with regulators and industry consortia is recommended to shape favorable rules and ensure timely deployment. Companies should also prepare for potential delays in licensing that could affect investment returns.</a:t>
            </a:r>
          </a:p>
          <a:p>
            <a:pPr>
              <a:spcBef>
                <a:spcPts val="600"/>
              </a:spcBef>
              <a:defRPr sz="819" b="1">
                <a:solidFill>
                  <a:srgbClr val="003087"/>
                </a:solidFill>
              </a:defRPr>
            </a:pPr>
            <a:r>
              <a:t>Key implications</a:t>
            </a:r>
          </a:p>
          <a:p>
            <a:pPr>
              <a:defRPr sz="730">
                <a:solidFill>
                  <a:srgbClr val="333333"/>
                </a:solidFill>
              </a:defRPr>
            </a:pPr>
            <a:r>
              <a:t>- Fusion has inherent safety advantages that could streamline licensing.</a:t>
            </a:r>
          </a:p>
          <a:p>
            <a:pPr>
              <a:defRPr sz="730">
                <a:solidFill>
                  <a:srgbClr val="333333"/>
                </a:solidFill>
              </a:defRPr>
            </a:pPr>
            <a:r>
              <a:t>- No commercial regulatory framework exists yet; NRC rule expected by 2027.</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Competing Clean Energy Technologies Could Reduce the Urgency for Fusion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Competing Clean Energy Technologies Could Reduce the Urgency for Fusion</a:t>
            </a:r>
          </a:p>
          <a:p>
            <a:pPr>
              <a:defRPr sz="830">
                <a:solidFill>
                  <a:srgbClr val="64696E"/>
                </a:solidFill>
              </a:defRPr>
            </a:pPr>
            <a:r>
              <a:t>Breakthroughs in advanced nuclear fission, long-duration storage, or other clean energy technologies could reduce the market need for fusion, altering its strategic value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Technologies such as small modular reactors (SMRs) and long-duration energy storage are advancing rapidly, with commercial deployment expected before 2035. If these technologies achieve cost reductions and scalability, they could meet decarbonization goals wit</a:t>
            </a:r>
          </a:p>
          <a:p>
            <a:pPr>
              <a:spcAft>
                <a:spcPts val="600"/>
              </a:spcAft>
              <a:defRPr sz="819">
                <a:solidFill>
                  <a:srgbClr val="333333"/>
                </a:solidFill>
              </a:defRPr>
            </a:pPr>
            <a:r>
              <a:t>The evidence boundary is that competing technology timelines are also uncertain, and no definitive comparison is possible at this stage. Fusion's unique value proposition—baseload power with zero carbon emissions and abundant fuel—remains attractive, but it is</a:t>
            </a:r>
          </a:p>
          <a:p>
            <a:pPr>
              <a:spcAft>
                <a:spcPts val="600"/>
              </a:spcAft>
              <a:defRPr sz="819">
                <a:solidFill>
                  <a:srgbClr val="333333"/>
                </a:solidFill>
              </a:defRPr>
            </a:pPr>
            <a:r>
              <a:t>For executives, the implication is to maintain a diversified clean energy portfolio and monitor competing technologies closely. Fusion should be viewed as one option among many, not a must-have. Flexibility to pivot to alternative solutions is key.</a:t>
            </a:r>
          </a:p>
          <a:p>
            <a:pPr>
              <a:spcBef>
                <a:spcPts val="600"/>
              </a:spcBef>
              <a:defRPr sz="819" b="1">
                <a:solidFill>
                  <a:srgbClr val="003087"/>
                </a:solidFill>
              </a:defRPr>
            </a:pPr>
            <a:r>
              <a:t>Key implications</a:t>
            </a:r>
          </a:p>
          <a:p>
            <a:pPr>
              <a:defRPr sz="730">
                <a:solidFill>
                  <a:srgbClr val="333333"/>
                </a:solidFill>
              </a:defRPr>
            </a:pPr>
            <a:r>
              <a:t>- Advanced fission and storage could reduce the market need for fusion.</a:t>
            </a:r>
          </a:p>
          <a:p>
            <a:pPr>
              <a:defRPr sz="730">
                <a:solidFill>
                  <a:srgbClr val="333333"/>
                </a:solidFill>
              </a:defRPr>
            </a:pPr>
            <a:r>
              <a:t>- Competing technology timelines are uncertain; no definitive comparison is possible.</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Talent and Supply Chain Constraints Could Slow Fusion Development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Talent and Supply Chain Constraints Could Slow Fusion Development</a:t>
            </a:r>
          </a:p>
          <a:p>
            <a:pPr>
              <a:defRPr sz="830">
                <a:solidFill>
                  <a:srgbClr val="64696E"/>
                </a:solidFill>
              </a:defRPr>
            </a:pPr>
            <a:r>
              <a:t>The fusion industry faces significant talent and supply chain constraints, including a shortage of specialized engineers and limited manufacturing capacity for key compon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requires expertise in plasma physics, materials science, and advanced manufacturing, which are in high demand across multiple industries. The supply chain for components such as high-temperature superconductors, tritium breeding systems, and neutron-res</a:t>
            </a:r>
          </a:p>
          <a:p>
            <a:pPr>
              <a:spcAft>
                <a:spcPts val="600"/>
              </a:spcAft>
              <a:defRPr sz="819">
                <a:solidFill>
                  <a:srgbClr val="333333"/>
                </a:solidFill>
              </a:defRPr>
            </a:pPr>
            <a:r>
              <a:t>The evidence boundary is that talent and supply chain data are qualitative and based on industry reports, not empirical studies. No verified data on workforce size or supply chain capacity is available.</a:t>
            </a:r>
          </a:p>
          <a:p>
            <a:pPr>
              <a:spcAft>
                <a:spcPts val="600"/>
              </a:spcAft>
              <a:defRPr sz="819">
                <a:solidFill>
                  <a:srgbClr val="333333"/>
                </a:solidFill>
              </a:defRPr>
            </a:pPr>
            <a:r>
              <a:t>For executives, the implication is to invest in talent development and supply chain diversification. Companies that build internal expertise and secure access to critical components early may have a competitive advantage. Partnerships with universities and nat</a:t>
            </a:r>
          </a:p>
          <a:p>
            <a:pPr>
              <a:spcBef>
                <a:spcPts val="600"/>
              </a:spcBef>
              <a:defRPr sz="819" b="1">
                <a:solidFill>
                  <a:srgbClr val="003087"/>
                </a:solidFill>
              </a:defRPr>
            </a:pPr>
            <a:r>
              <a:t>Key implications</a:t>
            </a:r>
          </a:p>
          <a:p>
            <a:pPr>
              <a:defRPr sz="730">
                <a:solidFill>
                  <a:srgbClr val="333333"/>
                </a:solidFill>
              </a:defRPr>
            </a:pPr>
            <a:r>
              <a:t>- Talent and supply chain constraints could slow fusion development.</a:t>
            </a:r>
          </a:p>
          <a:p>
            <a:pPr>
              <a:defRPr sz="730">
                <a:solidFill>
                  <a:srgbClr val="333333"/>
                </a:solidFill>
              </a:defRPr>
            </a:pPr>
            <a:r>
              <a:t>- Data on workforce and supply chain is qualitative and unverified.</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