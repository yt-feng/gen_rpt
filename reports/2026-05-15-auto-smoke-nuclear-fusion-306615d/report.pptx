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Nuclear Fusion Commercialization: Strategic Outlook and Implications for Energy Markets and Investment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A BlueOcean Research Report on the Path to Grid-Ready Fusion and Its Disruptive Potential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32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32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Section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Nuclear fusion is transitioning from a long-term scientific aspiration to a tangible commercial goal, driven by a surge of private inve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1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2</a:t>
            </a:r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3</a:t>
            </a:r>
          </a:p>
        </p:txBody>
      </p:sp>
      <p:pic>
        <p:nvPicPr>
          <p:cNvPr id="7" name="Picture 6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4</a:t>
            </a:r>
          </a:p>
        </p:txBody>
      </p:sp>
      <p:pic>
        <p:nvPicPr>
          <p:cNvPr id="7" name="Picture 6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5</a:t>
            </a:r>
          </a:p>
        </p:txBody>
      </p:sp>
      <p:pic>
        <p:nvPicPr>
          <p:cNvPr id="7" name="Picture 6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6</a:t>
            </a:r>
          </a:p>
        </p:txBody>
      </p:sp>
      <p:pic>
        <p:nvPicPr>
          <p:cNvPr id="7" name="Picture 6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7</a:t>
            </a:r>
          </a:p>
        </p:txBody>
      </p:sp>
      <p:pic>
        <p:nvPicPr>
          <p:cNvPr id="7" name="Picture 6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8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9</a:t>
            </a:r>
          </a:p>
        </p:txBody>
      </p:sp>
      <p:pic>
        <p:nvPicPr>
          <p:cNvPr id="7" name="Picture 6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10</a:t>
            </a:r>
          </a:p>
        </p:txBody>
      </p:sp>
      <p:pic>
        <p:nvPicPr>
          <p:cNvPr id="7" name="Picture 6" descr="im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pic>
        <p:nvPicPr>
          <p:cNvPr id="4" name="Picture 3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A BlueOcean Research Report on the Path to Grid-Ready Fusion and Its Disruptive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