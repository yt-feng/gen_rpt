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Outlook and Strategic Implications</a:t>
            </a:r>
          </a:p>
          <a:p>
            <a:pPr>
              <a:spcBef>
                <a:spcPts val="1400"/>
              </a:spcBef>
              <a:defRPr sz="950">
                <a:solidFill>
                  <a:srgbClr val="64696E"/>
                </a:solidFill>
              </a:defRPr>
            </a:pPr>
            <a:r>
              <a:t>A Decision-Ready Analysis for Senior Executives and Strategic Planners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technology is advancing, but commercial timelines remain uncertain</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Economic viability depends on cost, capital, and market conditions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Fusion's strategic role in energy systems is still undefined</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Geopolitical dynamics shape fusion investment and collaboration</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Investment trends show growing private sector interest, but public funding dominates</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Regulatory frameworks for fusion are still evolving</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Public acceptance and social license are critical for fusion deployment</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Fusion's impact on hard-to-abate sectors is a key strategic opportunity</a:t>
            </a:r>
          </a:p>
        </p:txBody>
      </p:sp>
      <p:sp>
        <p:nvSpPr>
          <p:cNvPr id="22" name="TextBox 21"/>
          <p:cNvSpPr txBox="1"/>
          <p:nvPr/>
        </p:nvSpPr>
        <p:spPr>
          <a:xfrm>
            <a:off x="566928" y="5074920"/>
            <a:ext cx="502920" cy="274320"/>
          </a:xfrm>
          <a:prstGeom prst="rect">
            <a:avLst/>
          </a:prstGeom>
          <a:noFill/>
        </p:spPr>
        <p:txBody>
          <a:bodyPr wrap="none">
            <a:spAutoFit/>
          </a:bodyPr>
          <a:lstStyle/>
          <a:p>
            <a:pPr>
              <a:defRPr sz="950" b="1">
                <a:solidFill>
                  <a:srgbClr val="003087"/>
                </a:solidFill>
              </a:defRPr>
            </a:pPr>
            <a:r>
              <a:t>09</a:t>
            </a:r>
          </a:p>
        </p:txBody>
      </p:sp>
      <p:sp>
        <p:nvSpPr>
          <p:cNvPr id="23" name="TextBox 22"/>
          <p:cNvSpPr txBox="1"/>
          <p:nvPr/>
        </p:nvSpPr>
        <p:spPr>
          <a:xfrm>
            <a:off x="1143000" y="5074920"/>
            <a:ext cx="9601200" cy="384048"/>
          </a:xfrm>
          <a:prstGeom prst="rect">
            <a:avLst/>
          </a:prstGeom>
          <a:noFill/>
        </p:spPr>
        <p:txBody>
          <a:bodyPr wrap="none">
            <a:spAutoFit/>
          </a:bodyPr>
          <a:lstStyle/>
          <a:p>
            <a:pPr>
              <a:defRPr sz="1260">
                <a:solidFill>
                  <a:srgbClr val="333333"/>
                </a:solidFill>
              </a:defRPr>
            </a:pPr>
            <a:r>
              <a:t>The next management agenda should focus on evidence quality and staged commitments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is approaching technical feasibility, but commercial viability remains uncertain before 2040. The decision for organizat</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Current public evidence is insufficient to support high-conviction capital commitments. Management should treat fusion as a staged stra</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The most credible near-term actions are low-cost validation, partner discussions, and monitoring of key technical and regulatory milest</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Larger commitments should be reserved for decision gates tied to verified operating, customer, and financial evidence.</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Where source evidence is incomplete, the report preserves the gap as a diligence task rather than converting it into an unsupported for</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Management should fund near-term validation, protect medium-term options, and reserve larger commitments for decision gates tied to ver</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technology is advancing, but commercial timelines remain uncertain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technology is advancing, but commercial timelines remain uncertain</a:t>
            </a:r>
          </a:p>
          <a:p>
            <a:pPr>
              <a:defRPr sz="830">
                <a:solidFill>
                  <a:srgbClr val="64696E"/>
                </a:solidFill>
              </a:defRPr>
            </a:pPr>
            <a:r>
              <a:t>Multiple reactor designs are progressing, but no single pathway has demonstrated net energy gain at scale.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Tokamak designs, led by ITER and private startups, are the most mature, but still face challenges in plasma confinement and materials. Stellarator and inertial confinement approaches offer alternatives but are earlier in development.</a:t>
            </a:r>
          </a:p>
          <a:p>
            <a:pPr>
              <a:spcAft>
                <a:spcPts val="600"/>
              </a:spcAft>
              <a:defRPr sz="819">
                <a:solidFill>
                  <a:srgbClr val="333333"/>
                </a:solidFill>
              </a:defRPr>
            </a:pPr>
            <a:r>
              <a:t>For management, the key question is not which design will win, but when credible commercial evidence will emerge. Current timelines range from the 2030s to 2050s, with significant uncertainty.</a:t>
            </a:r>
          </a:p>
          <a:p>
            <a:pPr>
              <a:spcAft>
                <a:spcPts val="600"/>
              </a:spcAft>
              <a:defRPr sz="819">
                <a:solidFill>
                  <a:srgbClr val="333333"/>
                </a:solidFill>
              </a:defRPr>
            </a:pPr>
            <a:r>
              <a:t>The implication is to monitor technical milestones and fund low-cost validation, rather than committing to a specific technology now.</a:t>
            </a:r>
          </a:p>
          <a:p>
            <a:pPr>
              <a:spcBef>
                <a:spcPts val="600"/>
              </a:spcBef>
              <a:defRPr sz="819" b="1">
                <a:solidFill>
                  <a:srgbClr val="003087"/>
                </a:solidFill>
              </a:defRPr>
            </a:pPr>
            <a:r>
              <a:t>Key implications</a:t>
            </a:r>
          </a:p>
          <a:p>
            <a:pPr>
              <a:defRPr sz="730">
                <a:solidFill>
                  <a:srgbClr val="333333"/>
                </a:solidFill>
              </a:defRPr>
            </a:pPr>
            <a:r>
              <a:t>- Nuclear fusion is approaching technical feasibility, but commercial viability remains uncertain</a:t>
            </a:r>
          </a:p>
          <a:p>
            <a:pPr>
              <a:defRPr sz="730">
                <a:solidFill>
                  <a:srgbClr val="333333"/>
                </a:solidFill>
              </a:defRPr>
            </a:pPr>
            <a:r>
              <a:t>- Monitor key technical milestones and fund low-cost validation.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Economic viability depends on cost, capital, and market conditions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Economic viability depends on cost, capital, and market conditions</a:t>
            </a:r>
          </a:p>
          <a:p>
            <a:pPr>
              <a:defRPr sz="830">
                <a:solidFill>
                  <a:srgbClr val="64696E"/>
                </a:solidFill>
              </a:defRPr>
            </a:pPr>
            <a:r>
              <a:t>Fusion's levelized cost of energy must compete with renewables, fission, and fossil fuels.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Projections for fusion LCOE vary widely, from [insert verified data] to [insert verified data], depending on capital costs, construction times, and financing models. Renewables with storage are already below [insert verified data] in many markets.</a:t>
            </a:r>
          </a:p>
          <a:p>
            <a:pPr>
              <a:spcAft>
                <a:spcPts val="600"/>
              </a:spcAft>
              <a:defRPr sz="819">
                <a:solidFill>
                  <a:srgbClr val="333333"/>
                </a:solidFill>
              </a:defRPr>
            </a:pPr>
            <a:r>
              <a:t>For fusion to be competitive, it must achieve low capital costs and high availability. This requires significant engineering progress and regulatory clarity.</a:t>
            </a:r>
          </a:p>
          <a:p>
            <a:pPr>
              <a:spcAft>
                <a:spcPts val="600"/>
              </a:spcAft>
              <a:defRPr sz="819">
                <a:solidFill>
                  <a:srgbClr val="333333"/>
                </a:solidFill>
              </a:defRPr>
            </a:pPr>
            <a:r>
              <a:t>Management should treat cost projections as directional until verified by independent sources or pilot projects.</a:t>
            </a:r>
          </a:p>
          <a:p>
            <a:pPr>
              <a:spcBef>
                <a:spcPts val="600"/>
              </a:spcBef>
              <a:defRPr sz="819" b="1">
                <a:solidFill>
                  <a:srgbClr val="003087"/>
                </a:solidFill>
              </a:defRPr>
            </a:pPr>
            <a:r>
              <a:t>Key implications</a:t>
            </a:r>
          </a:p>
          <a:p>
            <a:pPr>
              <a:defRPr sz="730">
                <a:solidFill>
                  <a:srgbClr val="333333"/>
                </a:solidFill>
              </a:defRPr>
            </a:pPr>
            <a:r>
              <a:t>- Fusion's economic viability is unproven; cost projections remain speculative.</a:t>
            </a:r>
          </a:p>
          <a:p>
            <a:pPr>
              <a:defRPr sz="730">
                <a:solidFill>
                  <a:srgbClr val="333333"/>
                </a:solidFill>
              </a:defRPr>
            </a:pPr>
            <a:r>
              <a:t>- Treat cost projections as directional until verified by independent sources.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Fusion's strategic role in energy systems is still undefined</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Fusion's strategic role in energy systems is still undefined</a:t>
            </a:r>
          </a:p>
          <a:p>
            <a:pPr>
              <a:defRPr sz="830">
                <a:solidFill>
                  <a:srgbClr val="64696E"/>
                </a:solidFill>
              </a:defRPr>
            </a:pPr>
            <a:r>
              <a:t>Fusion could provide baseload clean power, but competition from renewables and storage is intensifying.</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Fusion's potential for continuous, carbon-free power is attractive for grid stability and hard-to-abate sectors. However, renewables with storage are already meeting many of these needs at lower cost.</a:t>
            </a:r>
          </a:p>
          <a:p>
            <a:pPr>
              <a:spcAft>
                <a:spcPts val="600"/>
              </a:spcAft>
              <a:defRPr sz="819">
                <a:solidFill>
                  <a:srgbClr val="333333"/>
                </a:solidFill>
              </a:defRPr>
            </a:pPr>
            <a:r>
              <a:t>The strategic question is whether fusion will be a complement or a competitor to existing technologies. This depends on cost, scalability, and public acceptance.</a:t>
            </a:r>
          </a:p>
          <a:p>
            <a:pPr>
              <a:spcAft>
                <a:spcPts val="600"/>
              </a:spcAft>
              <a:defRPr sz="819">
                <a:solidFill>
                  <a:srgbClr val="333333"/>
                </a:solidFill>
              </a:defRPr>
            </a:pPr>
            <a:r>
              <a:t>For now, management should view fusion as a long-term option, not a near-term solution.</a:t>
            </a:r>
          </a:p>
          <a:p>
            <a:pPr>
              <a:spcBef>
                <a:spcPts val="600"/>
              </a:spcBef>
              <a:defRPr sz="819" b="1">
                <a:solidFill>
                  <a:srgbClr val="003087"/>
                </a:solidFill>
              </a:defRPr>
            </a:pPr>
            <a:r>
              <a:t>Key implications</a:t>
            </a:r>
          </a:p>
          <a:p>
            <a:pPr>
              <a:defRPr sz="730">
                <a:solidFill>
                  <a:srgbClr val="333333"/>
                </a:solidFill>
              </a:defRPr>
            </a:pPr>
            <a:r>
              <a:t>- Fusion's strategic role is undefined; it may complement or compete with renewables.</a:t>
            </a:r>
          </a:p>
          <a:p>
            <a:pPr>
              <a:defRPr sz="730">
                <a:solidFill>
                  <a:srgbClr val="333333"/>
                </a:solidFill>
              </a:defRPr>
            </a:pPr>
            <a:r>
              <a:t>- View fusion as a long-term option, not a near-term solution.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Geopolitical dynamics shape fusion investment and collaboration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Geopolitical dynamics shape fusion investment and collaboration</a:t>
            </a:r>
          </a:p>
          <a:p>
            <a:pPr>
              <a:defRPr sz="830">
                <a:solidFill>
                  <a:srgbClr val="64696E"/>
                </a:solidFill>
              </a:defRPr>
            </a:pPr>
            <a:r>
              <a:t>National programs and international collaborations like ITER are driving progress, but also creating dependencies.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US, China, EU, UK, and Japan are investing heavily in fusion, with ITER as the flagship collaboration. However, intellectual property, supply chain dependencies, and export controls could create friction.</a:t>
            </a:r>
          </a:p>
          <a:p>
            <a:pPr>
              <a:spcAft>
                <a:spcPts val="600"/>
              </a:spcAft>
              <a:defRPr sz="819">
                <a:solidFill>
                  <a:srgbClr val="333333"/>
                </a:solidFill>
              </a:defRPr>
            </a:pPr>
            <a:r>
              <a:t>For companies, this means that access to technology and markets may be influenced by geopolitical factors. Partnerships with national labs or international consortia can mitigate risk.</a:t>
            </a:r>
          </a:p>
          <a:p>
            <a:pPr>
              <a:spcAft>
                <a:spcPts val="600"/>
              </a:spcAft>
              <a:defRPr sz="819">
                <a:solidFill>
                  <a:srgbClr val="333333"/>
                </a:solidFill>
              </a:defRPr>
            </a:pPr>
            <a:r>
              <a:t>Management should assess the geopolitical landscape and build relationships with key players.</a:t>
            </a:r>
          </a:p>
          <a:p>
            <a:pPr>
              <a:spcBef>
                <a:spcPts val="600"/>
              </a:spcBef>
              <a:defRPr sz="819" b="1">
                <a:solidFill>
                  <a:srgbClr val="003087"/>
                </a:solidFill>
              </a:defRPr>
            </a:pPr>
            <a:r>
              <a:t>Key implications</a:t>
            </a:r>
          </a:p>
          <a:p>
            <a:pPr>
              <a:defRPr sz="730">
                <a:solidFill>
                  <a:srgbClr val="333333"/>
                </a:solidFill>
              </a:defRPr>
            </a:pPr>
            <a:r>
              <a:t>- Geopolitical factors influence fusion investment and collaboration.</a:t>
            </a:r>
          </a:p>
          <a:p>
            <a:pPr>
              <a:defRPr sz="730">
                <a:solidFill>
                  <a:srgbClr val="333333"/>
                </a:solidFill>
              </a:defRPr>
            </a:pPr>
            <a:r>
              <a:t>- Assess the geopolitical landscape and build relationships with key players.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Investment trends show growing private sector interest, but public funding dominates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Investment trends show growing private sector interest, but public funding dominates</a:t>
            </a:r>
          </a:p>
          <a:p>
            <a:pPr>
              <a:defRPr sz="830">
                <a:solidFill>
                  <a:srgbClr val="64696E"/>
                </a:solidFill>
              </a:defRPr>
            </a:pPr>
            <a:r>
              <a:t>Private fusion startups have raised significant capital, but public funding remains the primary driver.</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Private investment in fusion has grown, with startups like Commonwealth Fusion Systems and TAE Technologies raising hundreds of millions. However, public funding through ITER and national programs still accounts for the majority of spending.</a:t>
            </a:r>
          </a:p>
          <a:p>
            <a:pPr>
              <a:spcAft>
                <a:spcPts val="600"/>
              </a:spcAft>
              <a:defRPr sz="819">
                <a:solidFill>
                  <a:srgbClr val="333333"/>
                </a:solidFill>
              </a:defRPr>
            </a:pPr>
            <a:r>
              <a:t>For corporate investors, the opportunity is to gain early access to technology, but the risk is high. Venture capital and strategic partnerships can provide exposure with limited downside.</a:t>
            </a:r>
          </a:p>
          <a:p>
            <a:pPr>
              <a:spcAft>
                <a:spcPts val="600"/>
              </a:spcAft>
              <a:defRPr sz="819">
                <a:solidFill>
                  <a:srgbClr val="333333"/>
                </a:solidFill>
              </a:defRPr>
            </a:pPr>
            <a:r>
              <a:t>For leadership teams, management should consider small-scale investments or partnerships to build knowledge and optionality.</a:t>
            </a:r>
          </a:p>
          <a:p>
            <a:pPr>
              <a:spcBef>
                <a:spcPts val="600"/>
              </a:spcBef>
              <a:defRPr sz="819" b="1">
                <a:solidFill>
                  <a:srgbClr val="003087"/>
                </a:solidFill>
              </a:defRPr>
            </a:pPr>
            <a:r>
              <a:t>Key implications</a:t>
            </a:r>
          </a:p>
          <a:p>
            <a:pPr>
              <a:defRPr sz="730">
                <a:solidFill>
                  <a:srgbClr val="333333"/>
                </a:solidFill>
              </a:defRPr>
            </a:pPr>
            <a:r>
              <a:t>- Private investment in fusion is growing, but public funding dominates.</a:t>
            </a:r>
          </a:p>
          <a:p>
            <a:pPr>
              <a:defRPr sz="730">
                <a:solidFill>
                  <a:srgbClr val="333333"/>
                </a:solidFill>
              </a:defRPr>
            </a:pPr>
            <a:r>
              <a:t>- Consider small-scale investments or partnerships to build knowledge and optionality.</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frameworks for fusion are still evolving</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frameworks for fusion are still evolving</a:t>
            </a:r>
          </a:p>
          <a:p>
            <a:pPr>
              <a:defRPr sz="830">
                <a:solidFill>
                  <a:srgbClr val="64696E"/>
                </a:solidFill>
              </a:defRPr>
            </a:pPr>
            <a:r>
              <a:t>Fusion licensing and safety regulations are not yet standardized, creating uncertainty for developers.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Unlike fission, fusion does not have a well-established regulatory framework. Countries are developing their own approaches, which could lead to inconsistencies and delays.</a:t>
            </a:r>
          </a:p>
          <a:p>
            <a:pPr>
              <a:spcAft>
                <a:spcPts val="600"/>
              </a:spcAft>
              <a:defRPr sz="819">
                <a:solidFill>
                  <a:srgbClr val="333333"/>
                </a:solidFill>
              </a:defRPr>
            </a:pPr>
            <a:r>
              <a:t>For companies, this means that regulatory risk is high. Early engagement with regulators and participation in standard-setting can help shape favorable outcomes.</a:t>
            </a:r>
          </a:p>
          <a:p>
            <a:pPr>
              <a:spcAft>
                <a:spcPts val="600"/>
              </a:spcAft>
              <a:defRPr sz="819">
                <a:solidFill>
                  <a:srgbClr val="333333"/>
                </a:solidFill>
              </a:defRPr>
            </a:pPr>
            <a:r>
              <a:t>The management implication is clear: management should track regulatory developments and engage with policymakers.</a:t>
            </a:r>
          </a:p>
          <a:p>
            <a:pPr>
              <a:spcBef>
                <a:spcPts val="600"/>
              </a:spcBef>
              <a:defRPr sz="819" b="1">
                <a:solidFill>
                  <a:srgbClr val="003087"/>
                </a:solidFill>
              </a:defRPr>
            </a:pPr>
            <a:r>
              <a:t>Key implications</a:t>
            </a:r>
          </a:p>
          <a:p>
            <a:pPr>
              <a:defRPr sz="730">
                <a:solidFill>
                  <a:srgbClr val="333333"/>
                </a:solidFill>
              </a:defRPr>
            </a:pPr>
            <a:r>
              <a:t>- Regulatory frameworks for fusion are still evolving.</a:t>
            </a:r>
          </a:p>
          <a:p>
            <a:pPr>
              <a:defRPr sz="730">
                <a:solidFill>
                  <a:srgbClr val="333333"/>
                </a:solidFill>
              </a:defRPr>
            </a:pPr>
            <a:r>
              <a:t>- Engage with regulators and participate in standard-setting.</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Public acceptance and social license are critical for fusion deployment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Public acceptance and social license are critical for fusion deployment</a:t>
            </a:r>
          </a:p>
          <a:p>
            <a:pPr>
              <a:defRPr sz="830">
                <a:solidFill>
                  <a:srgbClr val="64696E"/>
                </a:solidFill>
              </a:defRPr>
            </a:pPr>
            <a:r>
              <a:t>Fusion must overcome public concerns about safety, waste, and cost to gain social license.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While fusion is often seen as safer than fission, public perception is not yet fully formed. Concerns about radioactive waste, tritium handling, and cost could lead to opposition.</a:t>
            </a:r>
          </a:p>
          <a:p>
            <a:pPr>
              <a:spcAft>
                <a:spcPts val="600"/>
              </a:spcAft>
              <a:defRPr sz="819">
                <a:solidFill>
                  <a:srgbClr val="333333"/>
                </a:solidFill>
              </a:defRPr>
            </a:pPr>
            <a:r>
              <a:t>For developers, building trust through transparency, community engagement, and education is essential. Early demonstration projects can help build confidence.</a:t>
            </a:r>
          </a:p>
          <a:p>
            <a:pPr>
              <a:spcAft>
                <a:spcPts val="600"/>
              </a:spcAft>
              <a:defRPr sz="819">
                <a:solidFill>
                  <a:srgbClr val="333333"/>
                </a:solidFill>
              </a:defRPr>
            </a:pPr>
            <a:r>
              <a:t>A practical reading is that management should include public acceptance in risk assessments and develop communication strategies.</a:t>
            </a:r>
          </a:p>
          <a:p>
            <a:pPr>
              <a:spcBef>
                <a:spcPts val="600"/>
              </a:spcBef>
              <a:defRPr sz="819" b="1">
                <a:solidFill>
                  <a:srgbClr val="003087"/>
                </a:solidFill>
              </a:defRPr>
            </a:pPr>
            <a:r>
              <a:t>Key implications</a:t>
            </a:r>
          </a:p>
          <a:p>
            <a:pPr>
              <a:defRPr sz="730">
                <a:solidFill>
                  <a:srgbClr val="333333"/>
                </a:solidFill>
              </a:defRPr>
            </a:pPr>
            <a:r>
              <a:t>- Public acceptance is critical for fusion deployment.</a:t>
            </a:r>
          </a:p>
          <a:p>
            <a:pPr>
              <a:defRPr sz="730">
                <a:solidFill>
                  <a:srgbClr val="333333"/>
                </a:solidFill>
              </a:defRPr>
            </a:pPr>
            <a:r>
              <a:t>- Build trust through transparency and community engagement.</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Fusion's impact on hard-to-abate sectors is a key strategic opportunity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Fusion's impact on hard-to-abate sectors is a key strategic opportunity</a:t>
            </a:r>
          </a:p>
          <a:p>
            <a:pPr>
              <a:defRPr sz="830">
                <a:solidFill>
                  <a:srgbClr val="64696E"/>
                </a:solidFill>
              </a:defRPr>
            </a:pPr>
            <a:r>
              <a:t>Fusion could provide high-temperature heat and hydrogen for industry, but alternatives exist.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Hard-to-abate sectors like steel, cement, and chemicals require high-temperature heat or hydrogen. Fusion could provide both, but so could renewables with electrolysis or advanced fission.</a:t>
            </a:r>
          </a:p>
          <a:p>
            <a:pPr>
              <a:spcAft>
                <a:spcPts val="600"/>
              </a:spcAft>
              <a:defRPr sz="819">
                <a:solidFill>
                  <a:srgbClr val="333333"/>
                </a:solidFill>
              </a:defRPr>
            </a:pPr>
            <a:r>
              <a:t>The strategic question is whether fusion can offer a cost-competitive and scalable solution. This depends on technical progress and market conditions.</a:t>
            </a:r>
          </a:p>
          <a:p>
            <a:pPr>
              <a:spcAft>
                <a:spcPts val="600"/>
              </a:spcAft>
              <a:defRPr sz="819">
                <a:solidFill>
                  <a:srgbClr val="333333"/>
                </a:solidFill>
              </a:defRPr>
            </a:pPr>
            <a:r>
              <a:t>The decision lens is that management should monitor developments in these sectors and assess fusion's potential role.</a:t>
            </a:r>
          </a:p>
          <a:p>
            <a:pPr>
              <a:spcBef>
                <a:spcPts val="600"/>
              </a:spcBef>
              <a:defRPr sz="819" b="1">
                <a:solidFill>
                  <a:srgbClr val="003087"/>
                </a:solidFill>
              </a:defRPr>
            </a:pPr>
            <a:r>
              <a:t>Key implications</a:t>
            </a:r>
          </a:p>
          <a:p>
            <a:pPr>
              <a:defRPr sz="730">
                <a:solidFill>
                  <a:srgbClr val="333333"/>
                </a:solidFill>
              </a:defRPr>
            </a:pPr>
            <a:r>
              <a:t>- Fusion could serve hard-to-abate sectors, but alternatives exist.</a:t>
            </a:r>
          </a:p>
          <a:p>
            <a:pPr>
              <a:defRPr sz="730">
                <a:solidFill>
                  <a:srgbClr val="333333"/>
                </a:solidFill>
              </a:defRPr>
            </a:pPr>
            <a:r>
              <a:t>- Monitor developments in industrial decarbonization.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The next management agenda should focus on evidence quality and staged commitments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management agenda should focus on evidence quality and staged commitments</a:t>
            </a:r>
          </a:p>
          <a:p>
            <a:pPr>
              <a:defRPr sz="830">
                <a:solidFill>
                  <a:srgbClr val="64696E"/>
                </a:solidFill>
              </a:defRPr>
            </a:pPr>
            <a:r>
              <a:t>Sustained advantage will depend on converting technical progress into trusted commercial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innovation agenda should focus on cost reduction, reliability, and regulatory clarity. These improvements directly affect commercial viability and customer confidence.</a:t>
            </a:r>
          </a:p>
          <a:p>
            <a:pPr>
              <a:spcAft>
                <a:spcPts val="600"/>
              </a:spcAft>
              <a:defRPr sz="819">
                <a:solidFill>
                  <a:srgbClr val="333333"/>
                </a:solidFill>
              </a:defRPr>
            </a:pPr>
            <a:r>
              <a:t>Equally important is evidence quality. Companies should publish clearer operating data, third-party validation, and customer references where possible, because investors will discount unsupported performance claims.</a:t>
            </a:r>
          </a:p>
          <a:p>
            <a:pPr>
              <a:spcAft>
                <a:spcPts val="600"/>
              </a:spcAft>
              <a:defRPr sz="819">
                <a:solidFill>
                  <a:srgbClr val="333333"/>
                </a:solidFill>
              </a:defRPr>
            </a:pPr>
            <a:r>
              <a:t>For capital allocation, management should treat proof generation as a strategic workstream: select lighthouse projects, define measurable KPIs, and turn field performance into sales and financing collateral.</a:t>
            </a:r>
          </a:p>
          <a:p>
            <a:pPr>
              <a:spcBef>
                <a:spcPts val="600"/>
              </a:spcBef>
              <a:defRPr sz="819" b="1">
                <a:solidFill>
                  <a:srgbClr val="003087"/>
                </a:solidFill>
              </a:defRPr>
            </a:pPr>
            <a:r>
              <a:t>Key implications</a:t>
            </a:r>
          </a:p>
          <a:p>
            <a:pPr>
              <a:defRPr sz="730">
                <a:solidFill>
                  <a:srgbClr val="333333"/>
                </a:solidFill>
              </a:defRPr>
            </a:pPr>
            <a:r>
              <a:t>- Focus on evidence quality and staged commitments.</a:t>
            </a:r>
          </a:p>
          <a:p>
            <a:pPr>
              <a:defRPr sz="730">
                <a:solidFill>
                  <a:srgbClr val="333333"/>
                </a:solidFill>
              </a:defRPr>
            </a:pPr>
            <a:r>
              <a:t>- Publish clear operating data and third-party validation.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Analysis for Senior Executives and Strategic Planners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