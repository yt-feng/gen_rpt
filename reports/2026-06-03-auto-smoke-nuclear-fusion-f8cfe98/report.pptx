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Assessment for Energy, Technology, and Investment Leaders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Viability but Commercial Deployment Remains Over a Decade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Leads in Maturity but Faces High Capital Costs and Long Construction Times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Private Fusion Companies Are Accelerating Timelines with Innovative Designs and Substantial Funding</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Regulatory and Licensing Frameworks Are Underdeveloped, Posing Significant Timeline Risks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Fusion's Strategic Value Lies in Baseload Clean Power and Energy Independence, Not Near-Term Disruption</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Falling Costs of Renewables and Storage May Erode Fusion's Competitive Advantage</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Geopolitical Dynamics Are Shaping Fusion R&amp;D Leadership</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Recommendations for Decision-Makers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viability, but commercial deployment remains over a decade away. The decision to invest or deve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This report synthesizes public-source evidence to conclude that while fusion will not disrupt energy markets before 2040, its strategic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The immediate next step is to build a diversified portfolio of leading private ventures and enabling technologies, while closely monito</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Regulatory and licensing frameworks are underdeveloped and pose significant timeline risks; early engagement with regulators is critica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Falling costs of renewables and storage may erode fusion's competitive advantage if fusion costs do not decline as projected; benchmark</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open questions before committing capital, partnerships or market-e</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Technical evidence only matters when it changes revenue potential, cost position, investment return, execution risk or the timing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Viability but Commercial Deployment Remains Over a Decade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Viability but Commercial Deployment Remains Over a Decade Away</a:t>
            </a:r>
          </a:p>
          <a:p>
            <a:pPr>
              <a:defRPr sz="830">
                <a:solidFill>
                  <a:srgbClr val="64696E"/>
                </a:solidFill>
              </a:defRPr>
            </a:pPr>
            <a:r>
              <a:t>Fusion's scientific feasibility has been proven, but the path to commercial power plants is long and uncertain, requiring patient capital and milestone-based investment.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hailed as the holy grail of clean energy. The promise is immense: virtually limitless fuel, no carbon emissions, and minimal long-lived radioactive waste. After decades of research, the field is experiencing a renaissance, driven b</a:t>
            </a:r>
          </a:p>
          <a:p>
            <a:pPr>
              <a:spcAft>
                <a:spcPts val="600"/>
              </a:spcAft>
              <a:defRPr sz="819">
                <a:solidFill>
                  <a:srgbClr val="333333"/>
                </a:solidFill>
              </a:defRPr>
            </a:pPr>
            <a:r>
              <a:t>The most significant recent milestone was achieved in December 2022 at Lawrence Livermore National Laboratory, where the National Ignition Facility (NIF) demonstrated fusion ignition—producing more energy from fusion than the laser energy used to drive it. Thi</a:t>
            </a:r>
          </a:p>
          <a:p>
            <a:pPr>
              <a:spcAft>
                <a:spcPts val="600"/>
              </a:spcAft>
              <a:defRPr sz="819">
                <a:solidFill>
                  <a:srgbClr val="333333"/>
                </a:solidFill>
              </a:defRPr>
            </a:pPr>
            <a:r>
              <a:t>The leading approach to fusion remains magnetic confinement, particularly the tokamak design. The international ITER project in France is the largest tokamak ever built, aiming to demonstrate sustained fusion power at scale. ITER has been under construction si</a:t>
            </a:r>
          </a:p>
          <a:p>
            <a:pPr>
              <a:spcBef>
                <a:spcPts val="600"/>
              </a:spcBef>
              <a:defRPr sz="819" b="1">
                <a:solidFill>
                  <a:srgbClr val="003087"/>
                </a:solidFill>
              </a:defRPr>
            </a:pPr>
            <a:r>
              <a:t>Key implications</a:t>
            </a:r>
          </a:p>
          <a:p>
            <a:pPr>
              <a:defRPr sz="730">
                <a:solidFill>
                  <a:srgbClr val="333333"/>
                </a:solidFill>
              </a:defRPr>
            </a:pPr>
            <a:r>
              <a:t>- Fusion is scientifically feasible but commercially distant (likely post-2040).</a:t>
            </a:r>
          </a:p>
          <a:p>
            <a:pPr>
              <a:defRPr sz="730">
                <a:solidFill>
                  <a:srgbClr val="333333"/>
                </a:solidFill>
              </a:defRPr>
            </a:pPr>
            <a:r>
              <a:t>- Private companies offer faster timelines but remain unverified.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Leads in Maturity but Faces High Capital Costs and Long Construction Times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Leads in Maturity but Faces High Capital Costs and Long Construction Times</a:t>
            </a:r>
          </a:p>
          <a:p>
            <a:pPr>
              <a:defRPr sz="830">
                <a:solidFill>
                  <a:srgbClr val="64696E"/>
                </a:solidFill>
              </a:defRPr>
            </a:pPr>
            <a:r>
              <a:t>Magnetic confinement, especially tokamaks, is the most proven approach but requires large capital and long lead times, making it suitable for patient investors with deep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Magnetic confinement fusion, particularly the tokamak design, is the most mature and well-funded approach. The underlying physics is well understood, and large experiments like JET (Joint European Torus) have achieved significant milestones, including producin</a:t>
            </a:r>
          </a:p>
          <a:p>
            <a:pPr>
              <a:spcAft>
                <a:spcPts val="600"/>
              </a:spcAft>
              <a:defRPr sz="819">
                <a:solidFill>
                  <a:srgbClr val="333333"/>
                </a:solidFill>
              </a:defRPr>
            </a:pPr>
            <a:r>
              <a:t>The ITER project is the flagship of magnetic confinement. With a budget exceeding $20 billion and participation from 35 countries, ITER is designed to produce 500 MW of fusion power from 50 MW of input, a Q value of 10. ITER's construction has been plagued by</a:t>
            </a:r>
          </a:p>
          <a:p>
            <a:pPr>
              <a:spcAft>
                <a:spcPts val="600"/>
              </a:spcAft>
              <a:defRPr sz="819">
                <a:solidFill>
                  <a:srgbClr val="333333"/>
                </a:solidFill>
              </a:defRPr>
            </a:pPr>
            <a:r>
              <a:t>The operating takeaway is that private companies are attempting to leapfrog ITER by using advanced technologies. Commonwealth Fusion Systems' SPARC tokamak will be much smaller than ITER but aims to achieve Q&gt;2 using high-temperature superconducting (HTS) magn</a:t>
            </a:r>
          </a:p>
          <a:p>
            <a:pPr>
              <a:spcBef>
                <a:spcPts val="600"/>
              </a:spcBef>
              <a:defRPr sz="819" b="1">
                <a:solidFill>
                  <a:srgbClr val="003087"/>
                </a:solidFill>
              </a:defRPr>
            </a:pPr>
            <a:r>
              <a:t>Key implications</a:t>
            </a:r>
          </a:p>
          <a:p>
            <a:pPr>
              <a:defRPr sz="730">
                <a:solidFill>
                  <a:srgbClr val="333333"/>
                </a:solidFill>
              </a:defRPr>
            </a:pPr>
            <a:r>
              <a:t>- Tokamaks are most mature but capital-intensive.</a:t>
            </a:r>
          </a:p>
          <a:p>
            <a:pPr>
              <a:defRPr sz="730">
                <a:solidFill>
                  <a:srgbClr val="333333"/>
                </a:solidFill>
              </a:defRPr>
            </a:pPr>
            <a:r>
              <a:t>- Private compact tokamaks (e.g., SPARC) could reduce costs and timelines.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Companies Are Accelerating Timelines with Innovative Designs and Substantial Funding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Companies Are Accelerating Timelines with Innovative Designs and Substantial Funding</a:t>
            </a:r>
          </a:p>
          <a:p>
            <a:pPr>
              <a:defRPr sz="830">
                <a:solidFill>
                  <a:srgbClr val="64696E"/>
                </a:solidFill>
              </a:defRPr>
            </a:pPr>
            <a:r>
              <a:t>Private fusion ventures have attracted over $6 billion and promise faster commercialization, but their technical claims remain unproven, requiring rigorous due diligence.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been transformed by the entry of private companies. Since 2015, over $6 billion has been invested in private fusion ventures, according to the Fusion Industry Association. These companies are pursuing a variety of approaches, from comp</a:t>
            </a:r>
          </a:p>
          <a:p>
            <a:pPr>
              <a:spcAft>
                <a:spcPts val="600"/>
              </a:spcAft>
              <a:defRPr sz="819">
                <a:solidFill>
                  <a:srgbClr val="333333"/>
                </a:solidFill>
              </a:defRPr>
            </a:pPr>
            <a:r>
              <a:t>Commonwealth Fusion Systems (CFS) is the best-funded private fusion company, with over $2 billion in funding. CFS is building SPARC, a compact tokamak that aims to demonstrate net energy gain (Q&gt;2) by 2025-2026. SPARC uses high-temperature superconducting (HTS</a:t>
            </a:r>
          </a:p>
          <a:p>
            <a:pPr>
              <a:spcAft>
                <a:spcPts val="600"/>
              </a:spcAft>
              <a:defRPr sz="819">
                <a:solidFill>
                  <a:srgbClr val="333333"/>
                </a:solidFill>
              </a:defRPr>
            </a:pPr>
            <a:r>
              <a:t>Helion Energy is developing a field-reversed configuration (FRC) reactor that uses a pulsed approach to directly capture electricity without a steam turbine. Helion has raised over $600 million and signed a power purchase agreement with Microsoft, aiming to de</a:t>
            </a:r>
          </a:p>
          <a:p>
            <a:pPr>
              <a:spcBef>
                <a:spcPts val="600"/>
              </a:spcBef>
              <a:defRPr sz="819" b="1">
                <a:solidFill>
                  <a:srgbClr val="003087"/>
                </a:solidFill>
              </a:defRPr>
            </a:pPr>
            <a:r>
              <a:t>Key implications</a:t>
            </a:r>
          </a:p>
          <a:p>
            <a:pPr>
              <a:defRPr sz="730">
                <a:solidFill>
                  <a:srgbClr val="333333"/>
                </a:solidFill>
              </a:defRPr>
            </a:pPr>
            <a:r>
              <a:t>- Over $6 billion invested in private fusion since 2015.</a:t>
            </a:r>
          </a:p>
          <a:p>
            <a:pPr>
              <a:defRPr sz="730">
                <a:solidFill>
                  <a:srgbClr val="333333"/>
                </a:solidFill>
              </a:defRPr>
            </a:pPr>
            <a:r>
              <a:t>- Diverse approaches: tokamaks, FRC, Z-pinch, etc.</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Licensing Frameworks Are Underdeveloped, Posing Significant Timeline Risks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Licensing Frameworks Are Underdeveloped, Posing Significant Timeline Risks</a:t>
            </a:r>
          </a:p>
          <a:p>
            <a:pPr>
              <a:defRPr sz="830">
                <a:solidFill>
                  <a:srgbClr val="64696E"/>
                </a:solidFill>
              </a:defRPr>
            </a:pPr>
            <a:r>
              <a:t>Fusion reactors lack a clear regulatory pathway, which could delay deployment by years. Early engagement with regulators is critical to shaping the rules.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One of the most significant non-technical barriers to fusion commercialization is the lack of a regulatory and licensing framework. Fusion reactors are not fission reactors, but they share some characteristics, such as the use of radioactive materials (tritium</a:t>
            </a:r>
          </a:p>
          <a:p>
            <a:pPr>
              <a:spcAft>
                <a:spcPts val="600"/>
              </a:spcAft>
              <a:defRPr sz="819">
                <a:solidFill>
                  <a:srgbClr val="333333"/>
                </a:solidFill>
              </a:defRPr>
            </a:pPr>
            <a:r>
              <a:t>In the United States, the Nuclear Regulatory Commission (NRC) has not yet established a licensing framework for fusion reactors. The NRC is currently studying the issue and has indicated that fusion may be regulated under a different framework than fission, bu</a:t>
            </a:r>
          </a:p>
          <a:p>
            <a:pPr>
              <a:spcAft>
                <a:spcPts val="600"/>
              </a:spcAft>
              <a:defRPr sz="819">
                <a:solidFill>
                  <a:srgbClr val="333333"/>
                </a:solidFill>
              </a:defRPr>
            </a:pPr>
            <a:r>
              <a:t>Other countries are also grappling with fusion regulation. The United Kingdom has established a fusion regulatory framework under the Health and Safety Executive, which treats fusion as a nuclear facility but with tailored requirements. Canada and Japan are al</a:t>
            </a:r>
          </a:p>
          <a:p>
            <a:pPr>
              <a:spcBef>
                <a:spcPts val="600"/>
              </a:spcBef>
              <a:defRPr sz="819" b="1">
                <a:solidFill>
                  <a:srgbClr val="003087"/>
                </a:solidFill>
              </a:defRPr>
            </a:pPr>
            <a:r>
              <a:t>Key implications</a:t>
            </a:r>
          </a:p>
          <a:p>
            <a:pPr>
              <a:defRPr sz="730">
                <a:solidFill>
                  <a:srgbClr val="333333"/>
                </a:solidFill>
              </a:defRPr>
            </a:pPr>
            <a:r>
              <a:t>- No established licensing framework for fusion in the U.S. or most countries.</a:t>
            </a:r>
          </a:p>
          <a:p>
            <a:pPr>
              <a:defRPr sz="730">
                <a:solidFill>
                  <a:srgbClr val="333333"/>
                </a:solidFill>
              </a:defRPr>
            </a:pPr>
            <a:r>
              <a:t>- Regulatory uncertainty could delay deployment by years.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Strategic Value Lies in Baseload Clean Power and Energy Independence, Not Near-Term Disruption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Strategic Value Lies in Baseload Clean Power and Energy Independence, Not Near-Term Disruption</a:t>
            </a:r>
          </a:p>
          <a:p>
            <a:pPr>
              <a:defRPr sz="830">
                <a:solidFill>
                  <a:srgbClr val="64696E"/>
                </a:solidFill>
              </a:defRPr>
            </a:pPr>
            <a:r>
              <a:t>Fusion is a long-term strategic asset for baseload clean power and energy security, not a near-term competitor to renewables. Position it as a hedge in energy portfolios.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Fusion's primary strategic value is as a source of baseload clean power. Unlike solar and wind, which are intermittent, fusion can provide continuous power, making it a complement to renewables in a decarbonized grid. Fusion also has a small land footprint and</a:t>
            </a:r>
          </a:p>
          <a:p>
            <a:pPr>
              <a:spcAft>
                <a:spcPts val="600"/>
              </a:spcAft>
              <a:defRPr sz="819">
                <a:solidFill>
                  <a:srgbClr val="333333"/>
                </a:solidFill>
              </a:defRPr>
            </a:pPr>
            <a:r>
              <a:t>Fusion could also enhance energy independence by reducing reliance on fossil fuel imports. Countries with abundant fusion fuel (deuterium from water, tritium bred from lithium) could achieve energy self-sufficiency. This has geopolitical implications, as it co</a:t>
            </a:r>
          </a:p>
          <a:p>
            <a:pPr>
              <a:spcAft>
                <a:spcPts val="600"/>
              </a:spcAft>
              <a:defRPr sz="819">
                <a:solidFill>
                  <a:srgbClr val="333333"/>
                </a:solidFill>
              </a:defRPr>
            </a:pPr>
            <a:r>
              <a:t>However, fusion will not disrupt energy markets in the near term. Even under optimistic scenarios, commercial fusion is unlikely before 2040. By then, renewables and storage may have become even cheaper and more widespread. Fusion's role will be to fill the ga</a:t>
            </a:r>
          </a:p>
          <a:p>
            <a:pPr>
              <a:spcBef>
                <a:spcPts val="600"/>
              </a:spcBef>
              <a:defRPr sz="819" b="1">
                <a:solidFill>
                  <a:srgbClr val="003087"/>
                </a:solidFill>
              </a:defRPr>
            </a:pPr>
            <a:r>
              <a:t>Key implications</a:t>
            </a:r>
          </a:p>
          <a:p>
            <a:pPr>
              <a:defRPr sz="730">
                <a:solidFill>
                  <a:srgbClr val="333333"/>
                </a:solidFill>
              </a:defRPr>
            </a:pPr>
            <a:r>
              <a:t>- Fusion provides baseload clean power, complementing renewables.</a:t>
            </a:r>
          </a:p>
          <a:p>
            <a:pPr>
              <a:defRPr sz="730">
                <a:solidFill>
                  <a:srgbClr val="333333"/>
                </a:solidFill>
              </a:defRPr>
            </a:pPr>
            <a:r>
              <a:t>- Not a near-term disruptor; commercial deployment likely post-2040.</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Falling Costs of Renewables and Storage May Erode Fusion's Competitive Advantage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Falling Costs of Renewables and Storage May Erode Fusion's Competitive Advantage</a:t>
            </a:r>
          </a:p>
          <a:p>
            <a:pPr>
              <a:defRPr sz="830">
                <a:solidFill>
                  <a:srgbClr val="64696E"/>
                </a:solidFill>
              </a:defRPr>
            </a:pPr>
            <a:r>
              <a:t>The rapid decline in renewable energy costs poses a challenge to fusion's economic viability. Fusion cost targets must be benchmarked against realistic future energy pric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cost of solar and wind energy has fallen dramatically over the past decade. Solar photovoltaic LCOE has declined by about 90% since 2010, and onshore wind by about 70%. Battery storage costs have also fallen sharply, by about 85% since 2010. These trends a</a:t>
            </a:r>
          </a:p>
          <a:p>
            <a:pPr>
              <a:spcAft>
                <a:spcPts val="600"/>
              </a:spcAft>
              <a:defRPr sz="819">
                <a:solidFill>
                  <a:srgbClr val="333333"/>
                </a:solidFill>
              </a:defRPr>
            </a:pPr>
            <a:r>
              <a:t>By 2030, solar LCOE is projected to be around $20-30 per MWh in many regions, and solar-plus-storage could be $30-50 per MWh. By 2040, these costs could be even lower. In contrast, fusion LCOE projections are highly uncertain, with estimates ranging from $50 t</a:t>
            </a:r>
          </a:p>
          <a:p>
            <a:pPr>
              <a:spcAft>
                <a:spcPts val="600"/>
              </a:spcAft>
              <a:defRPr sz="819">
                <a:solidFill>
                  <a:srgbClr val="333333"/>
                </a:solidFill>
              </a:defRPr>
            </a:pPr>
            <a:r>
              <a:t>However, fusion has advantages that renewables do not. It provides firm, dispatchable power, which is valuable for grid reliability. As the share of renewables increases, the value of firm power grows. In a high-renewables grid, the cost of balancing intermitt</a:t>
            </a:r>
          </a:p>
          <a:p>
            <a:pPr>
              <a:spcBef>
                <a:spcPts val="600"/>
              </a:spcBef>
              <a:defRPr sz="819" b="1">
                <a:solidFill>
                  <a:srgbClr val="003087"/>
                </a:solidFill>
              </a:defRPr>
            </a:pPr>
            <a:r>
              <a:t>Key implications</a:t>
            </a:r>
          </a:p>
          <a:p>
            <a:pPr>
              <a:defRPr sz="730">
                <a:solidFill>
                  <a:srgbClr val="333333"/>
                </a:solidFill>
              </a:defRPr>
            </a:pPr>
            <a:r>
              <a:t>- Renewable costs have fallen dramatically and will continue to decline.</a:t>
            </a:r>
          </a:p>
          <a:p>
            <a:pPr>
              <a:defRPr sz="730">
                <a:solidFill>
                  <a:srgbClr val="333333"/>
                </a:solidFill>
              </a:defRPr>
            </a:pPr>
            <a:r>
              <a:t>- Fusion must achieve LCOE at the lower end of projections to compete.</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Dynamics Are Shaping Fusion R&amp;D Leadership</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Dynamics Are Shaping Fusion R&amp;D Leadership</a:t>
            </a:r>
          </a:p>
          <a:p>
            <a:pPr>
              <a:defRPr sz="830">
                <a:solidFill>
                  <a:srgbClr val="64696E"/>
                </a:solidFill>
              </a:defRPr>
            </a:pPr>
            <a:r>
              <a:t>The U.S., China, and Europe are the key players in fusion R&amp;D. Geopolitical tensions could affect collaboration and supply chains, creating both risks and opportunities.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research and development is a global endeavor, but the leadership landscape is shifting. The United States has long been a leader in fusion science, with major facilities like the National Ignition Facility (NIF) and the DIII-D tokamak. In recent years,</a:t>
            </a:r>
          </a:p>
          <a:p>
            <a:pPr>
              <a:spcAft>
                <a:spcPts val="600"/>
              </a:spcAft>
              <a:defRPr sz="819">
                <a:solidFill>
                  <a:srgbClr val="333333"/>
                </a:solidFill>
              </a:defRPr>
            </a:pPr>
            <a:r>
              <a:t>China is rapidly advancing its fusion program. The EAST tokamak has achieved long-pulse plasma operation, and China is a key partner in ITER. China is also building its own fusion reactor, the China Fusion Engineering Test Reactor (CFETR), which aims to demons</a:t>
            </a:r>
          </a:p>
          <a:p>
            <a:pPr>
              <a:spcAft>
                <a:spcPts val="600"/>
              </a:spcAft>
              <a:defRPr sz="819">
                <a:solidFill>
                  <a:srgbClr val="333333"/>
                </a:solidFill>
              </a:defRPr>
            </a:pPr>
            <a:r>
              <a:t>Europe, through the ITER project and national programs, remains a major player. The UK has its own fusion strategy, including the STEP (Spherical Tokamak for Energy Production) program, which aims to build a prototype fusion plant by 2040. Germany's Wendelstei</a:t>
            </a:r>
          </a:p>
          <a:p>
            <a:pPr>
              <a:spcBef>
                <a:spcPts val="600"/>
              </a:spcBef>
              <a:defRPr sz="819" b="1">
                <a:solidFill>
                  <a:srgbClr val="003087"/>
                </a:solidFill>
              </a:defRPr>
            </a:pPr>
            <a:r>
              <a:t>Key implications</a:t>
            </a:r>
          </a:p>
          <a:p>
            <a:pPr>
              <a:defRPr sz="730">
                <a:solidFill>
                  <a:srgbClr val="333333"/>
                </a:solidFill>
              </a:defRPr>
            </a:pPr>
            <a:r>
              <a:t>- U.S., China, and Europe are key players in fusion R&amp;D.</a:t>
            </a:r>
          </a:p>
          <a:p>
            <a:pPr>
              <a:defRPr sz="730">
                <a:solidFill>
                  <a:srgbClr val="333333"/>
                </a:solidFill>
              </a:defRPr>
            </a:pPr>
            <a:r>
              <a:t>- Geopolitical tensions could affect collaboration and supply chains.</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Recommendations for Decision-Makers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Recommendations for Decision-Makers</a:t>
            </a:r>
          </a:p>
          <a:p>
            <a:pPr>
              <a:defRPr sz="830">
                <a:solidFill>
                  <a:srgbClr val="64696E"/>
                </a:solidFill>
              </a:defRPr>
            </a:pPr>
            <a:r>
              <a:t>Based on the analysis, we recommend a phased approach to fusion investment, focusing on diversification, milestone-based commitments, and early regulatory engagement.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corporate leaders, the key is to build a strategic position in fusion without over-committing. The technology is promising but unproven, and the timeline is long. A phased approach allows for learning and adjustment as the technology matures.</a:t>
            </a:r>
          </a:p>
          <a:p>
            <a:pPr>
              <a:spcAft>
                <a:spcPts val="600"/>
              </a:spcAft>
              <a:defRPr sz="819">
                <a:solidFill>
                  <a:srgbClr val="333333"/>
                </a:solidFill>
              </a:defRPr>
            </a:pPr>
            <a:r>
              <a:t>A practical reading is that for investors, the key is to focus on technical milestones, not just funding amounts. Look for companies with credible physics, experienced teams, and clear development plans. A portfolio approach across multiple designs and stages</a:t>
            </a:r>
          </a:p>
          <a:p>
            <a:pPr>
              <a:spcAft>
                <a:spcPts val="600"/>
              </a:spcAft>
              <a:defRPr sz="819">
                <a:solidFill>
                  <a:srgbClr val="333333"/>
                </a:solidFill>
              </a:defRPr>
            </a:pPr>
            <a:r>
              <a:t>For policymakers, the key is to accelerate regulatory development and provide support for fusion R&amp;D. The U.S. DOE's Milestone-Based Fusion Development Program is a good model. International collaboration should be encouraged, but with safeguards for sensitive</a:t>
            </a:r>
          </a:p>
          <a:p>
            <a:pPr>
              <a:spcBef>
                <a:spcPts val="600"/>
              </a:spcBef>
              <a:defRPr sz="819" b="1">
                <a:solidFill>
                  <a:srgbClr val="003087"/>
                </a:solidFill>
              </a:defRPr>
            </a:pPr>
            <a:r>
              <a:t>Key implications</a:t>
            </a:r>
          </a:p>
          <a:p>
            <a:pPr>
              <a:defRPr sz="730">
                <a:solidFill>
                  <a:srgbClr val="333333"/>
                </a:solidFill>
              </a:defRPr>
            </a:pPr>
            <a:r>
              <a:t>- Phased approach: scout, invest, engage, prepare.</a:t>
            </a:r>
          </a:p>
          <a:p>
            <a:pPr>
              <a:defRPr sz="730">
                <a:solidFill>
                  <a:srgbClr val="333333"/>
                </a:solidFill>
              </a:defRPr>
            </a:pPr>
            <a:r>
              <a:t>- Diversify across fusion approaches and enabling technologies.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Energy, Technology, and Investment Leaders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