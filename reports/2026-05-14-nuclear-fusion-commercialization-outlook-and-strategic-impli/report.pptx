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85800"/>
            <a:ext cx="489204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85800"/>
            <a:ext cx="4892040" cy="73152"/>
          </a:xfrm>
          <a:prstGeom prst="rect">
            <a:avLst/>
          </a:prstGeom>
          <a:solidFill>
            <a:srgbClr val="327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960120"/>
            <a:ext cx="4251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BLUEOCEAN</a:t>
            </a:r>
          </a:p>
          <a:p>
            <a:pPr>
              <a:spcBef>
                <a:spcPts val="1800"/>
              </a:spcBef>
              <a:defRPr sz="2300">
                <a:solidFill>
                  <a:srgbClr val="333333"/>
                </a:solidFill>
              </a:defRPr>
            </a:pPr>
            <a:r>
              <a:t>Nuclear Fusion Commercialization: Strategic Implications for Energy Markets and Investment</a:t>
            </a:r>
          </a:p>
          <a:p>
            <a:pPr>
              <a:spcBef>
                <a:spcPts val="1400"/>
              </a:spcBef>
              <a:defRPr sz="950">
                <a:solidFill>
                  <a:srgbClr val="64696E"/>
                </a:solidFill>
              </a:defRPr>
            </a:pPr>
            <a:r>
              <a:t>A BlueOcean Research Report on the Path to Commercial Fusion and Its Disruptive Potential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The discussion follows the management question, evidence, and implications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745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Section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317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Section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889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889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Section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2461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461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Section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033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033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Section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1605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605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Section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Key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The analysis narrows the agenda to a focused set of management priorities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81328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499616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Nuclear fusion, long considered a distant energy source, is now attracting unprecedented private and public investment, with over $6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Section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Section 1</a:t>
            </a:r>
          </a:p>
        </p:txBody>
      </p:sp>
      <p:pic>
        <p:nvPicPr>
          <p:cNvPr id="7" name="Picture 6" descr="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Section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Section 2</a:t>
            </a:r>
          </a:p>
        </p:txBody>
      </p:sp>
      <p:pic>
        <p:nvPicPr>
          <p:cNvPr id="7" name="Picture 6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Section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Section 3</a:t>
            </a:r>
          </a:p>
        </p:txBody>
      </p:sp>
      <p:pic>
        <p:nvPicPr>
          <p:cNvPr id="7" name="Picture 6" descr="imag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Section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Section 4</a:t>
            </a:r>
          </a:p>
        </p:txBody>
      </p:sp>
      <p:pic>
        <p:nvPicPr>
          <p:cNvPr id="7" name="Picture 6" descr="imag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Section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Section 5</a:t>
            </a:r>
          </a:p>
        </p:txBody>
      </p:sp>
      <p:pic>
        <p:nvPicPr>
          <p:cNvPr id="7" name="Picture 6" descr="imag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Section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Section 6</a:t>
            </a:r>
          </a:p>
        </p:txBody>
      </p:sp>
      <p:pic>
        <p:nvPicPr>
          <p:cNvPr id="7" name="Picture 6" descr="imag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Section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Section 7</a:t>
            </a:r>
          </a:p>
        </p:txBody>
      </p:sp>
      <p:pic>
        <p:nvPicPr>
          <p:cNvPr id="7" name="Picture 6" descr="imag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1: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1: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2: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2: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3: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3: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4: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4: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5: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5: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6: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6: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Closing</a:t>
            </a:r>
          </a:p>
        </p:txBody>
      </p:sp>
      <p:pic>
        <p:nvPicPr>
          <p:cNvPr id="4" name="Picture 3" descr="cover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51560"/>
            <a:ext cx="507492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The next step is to convert the research into a short list of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5715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03087"/>
                </a:solidFill>
              </a:defRPr>
            </a:pPr>
            <a:r>
              <a:t>A BlueOcean Research Report on the Path to Commercial Fusion and Its Disruptive Potential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