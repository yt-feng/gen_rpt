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Client-Ready Research Report on Technology Readiness, Market Viability, and Geopolitical Impact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breakeven but commercialization remains a decade or more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Fusion's levelized cost will likely exceed renewables and fission in the near term but could become competitiv</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Strategic implications include energy independence, reduced geopolitical tensions, and a new clean baseload op</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Private sector investment is accelerating but government support remains critical for demonstration projects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Key risks include technical delays, falling renewable costs, and regulatory hurdles that could erode fusion's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Fusion's 'holy grail' status vs. economic reality</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Competitive dynamics and investment strategies for fusion energy</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Conclusion: Fusion's path to commercialization requires patience, diversification, and strategic partnerships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breakeven, with several private and public projects targeting net energy gain by the early 2030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breakeven but commercialization remains a decade or more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breakeven but commercialization remains a decade or more away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global fusion landscape has shifted from purely academic research to a dynamic mix of large government projects and well-funded private startups. Tokamak designs, led by ITER in France and SPARC by Commonwealth Fusion Systems, are closest to demonstrating</a:t>
            </a:r>
          </a:p>
          <a:p>
            <a:pPr>
              <a:spcAft>
                <a:spcPts val="600"/>
              </a:spcAft>
              <a:defRPr sz="819">
                <a:solidFill>
                  <a:srgbClr val="333333"/>
                </a:solidFill>
              </a:defRPr>
            </a:pPr>
            <a:r>
              <a:t>Key technical hurdles remain formidable. Sustaining plasma at over 100 million degrees Celsius for extended periods requires advanced confinement and control. Materials must withstand intense neutron bombardment without degrading, necessitating new alloys and</a:t>
            </a:r>
          </a:p>
          <a:p>
            <a:pPr>
              <a:spcAft>
                <a:spcPts val="600"/>
              </a:spcAft>
              <a:defRPr sz="819">
                <a:solidFill>
                  <a:srgbClr val="333333"/>
                </a:solidFill>
              </a:defRPr>
            </a:pPr>
            <a:r>
              <a:t>Major projects are progressing but face delays. ITER's cost has ballooned to over $20 billion and its timeline has slipped by a decade. SPARC, a public-private partnership between Commonwealth Fusion Systems and MIT, is on track for 2025 first plasma, with a c</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levelized cost will likely exceed renewables and fission in the near term but could become competitive post-204</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levelized cost will likely exceed renewables and fission in the near term but could become competitive post-2</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Projections for fusion's levelized cost of energy (LCOE) vary widely, reflecting uncertainty in capital costs, capacity factors, and operational lifetimes. Most estimates place first-of-a-kind fusion plants at $100-150/MWh, declining to $50-80/MWh for nth-of-a</a:t>
            </a:r>
          </a:p>
          <a:p>
            <a:pPr>
              <a:spcAft>
                <a:spcPts val="600"/>
              </a:spcAft>
              <a:defRPr sz="819">
                <a:solidFill>
                  <a:srgbClr val="333333"/>
                </a:solidFill>
              </a:defRPr>
            </a:pPr>
            <a:r>
              <a:t>Capital costs are the dominant factor. A 500 MW fusion plant is estimated to cost $3-7 billion, similar to fission, but with potential for modular construction and factory fabrication to reduce costs. Construction times of 5-10 years are expected, comparable t</a:t>
            </a:r>
          </a:p>
          <a:p>
            <a:pPr>
              <a:spcAft>
                <a:spcPts val="600"/>
              </a:spcAft>
              <a:defRPr sz="819">
                <a:solidFill>
                  <a:srgbClr val="333333"/>
                </a:solidFill>
              </a:defRPr>
            </a:pPr>
            <a:r>
              <a:t>Regulatory and licensing pathways are still nascent. No country has a dedicated fusion regulatory framework; most treat fusion under fission regulations, which are overly stringent for fusion's inherently safer characteristics (no meltdown, low waste). The US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include energy independence, reduced geopolitical tensions, and a new clean baseload 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include energy independence, reduced geopolitical tensions, and a new clean baseload option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could fundamentally alter global energy geopolitics by decoupling energy supply from resource endowments. Unlike fossil fuels, fusion fuel (deuterium and tritium) is widely available: deuterium from seawater, tritium bred from lithium. This would</a:t>
            </a:r>
          </a:p>
          <a:p>
            <a:pPr>
              <a:spcAft>
                <a:spcPts val="600"/>
              </a:spcAft>
              <a:defRPr sz="819">
                <a:solidFill>
                  <a:srgbClr val="333333"/>
                </a:solidFill>
              </a:defRPr>
            </a:pPr>
            <a:r>
              <a:t>Fusion's impact on electricity grids would be significant. As a baseload source with high capacity factor (&gt;90%), fusion could complement high shares of variable renewables, reducing the need for storage and backup. Fusion plants could also provide heat for in</a:t>
            </a:r>
          </a:p>
          <a:p>
            <a:pPr>
              <a:spcAft>
                <a:spcPts val="600"/>
              </a:spcAft>
              <a:defRPr sz="819">
                <a:solidFill>
                  <a:srgbClr val="333333"/>
                </a:solidFill>
              </a:defRPr>
            </a:pPr>
            <a:r>
              <a:t>National energy strategies are increasingly incorporating fusion. The US Department of Energy's Bold Decadal Vision aims to accelerate fusion commercialization, with $1.5 billion in funding for public-private partnerships. The EU's Fusion Roadmap targets a DEM</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sector investment is accelerating but government support remains critical for demonstration projects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sector investment is accelerating but government support remains critical for demonstration projects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fusion companies have raised over $5 billion since 2020, with major rounds from Helion Energy ($1.7 billion), Commonwealth Fusion Systems ($2 billion), and TAE Technologies ($1.2 billion). Investors include venture capital firms, corporate venture arms</a:t>
            </a:r>
          </a:p>
          <a:p>
            <a:pPr>
              <a:spcAft>
                <a:spcPts val="600"/>
              </a:spcAft>
              <a:defRPr sz="819">
                <a:solidFill>
                  <a:srgbClr val="333333"/>
                </a:solidFill>
              </a:defRPr>
            </a:pPr>
            <a:r>
              <a:t>Government funding remains substantial. The US Department of Energy's Fusion Energy Sciences program spends about $800 million annually, with additional support from the Infrastructure Bill and Inflation Reduction Act. The EU's Horizon Europe and Euratom progr</a:t>
            </a:r>
          </a:p>
          <a:p>
            <a:pPr>
              <a:spcAft>
                <a:spcPts val="600"/>
              </a:spcAft>
              <a:defRPr sz="819">
                <a:solidFill>
                  <a:srgbClr val="333333"/>
                </a:solidFill>
              </a:defRPr>
            </a:pPr>
            <a:r>
              <a:t>The intellectual property landscape is fragmented. Key patents cover plasma control, magnet designs, and tritium breeding. Commonwealth Fusion Systems holds critical IP on high-temperature superconducting magnets, while General Fusion and TAE have proprietary</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risks include technical delays, falling renewable costs, and regulatory hurdles that could erode fusion's market cas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Key risks include technical delays, falling renewable costs, and regulatory hurdles that could erode fusion's market 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Technical risk is the most immediate. Despite progress, fusion has not yet demonstrated sustained net energy gain in a reactor-relevant configuration. Materials degradation under high neutron flux remains unproven, and tritium breeding has not been demonstrate</a:t>
            </a:r>
          </a:p>
          <a:p>
            <a:pPr>
              <a:spcAft>
                <a:spcPts val="600"/>
              </a:spcAft>
              <a:defRPr sz="819">
                <a:solidFill>
                  <a:srgbClr val="333333"/>
                </a:solidFill>
              </a:defRPr>
            </a:pPr>
            <a:r>
              <a:t>Market risk from falling renewable costs is a growing concern. Solar and wind costs have declined by 90% and 70% respectively over the past decade, and battery storage costs are falling rapidly. If these trends continue, fusion may struggle to compete even at</a:t>
            </a:r>
          </a:p>
          <a:p>
            <a:pPr>
              <a:spcAft>
                <a:spcPts val="600"/>
              </a:spcAft>
              <a:defRPr sz="819">
                <a:solidFill>
                  <a:srgbClr val="333333"/>
                </a:solidFill>
              </a:defRPr>
            </a:pPr>
            <a:r>
              <a:t>Regulatory risk is significant but manageable. The absence of fusion-specific licensing frameworks creates uncertainty and could delay deployment by 5-10 years. Early engagement with regulators, as seen in the US and UK, is critical. Fusion's inherent safety a</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'holy grail' status vs. economic reality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'holy grail' status vs. economic reality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is often hailed as the 'holy grail' of energy: abundant, safe, and clean. However, economic reality tempers this optimism. Even if fusion achieves technical success, it must compete in a rapidly evolving energy market. The levelized cost of fusion must</a:t>
            </a:r>
          </a:p>
          <a:p>
            <a:pPr>
              <a:spcAft>
                <a:spcPts val="600"/>
              </a:spcAft>
              <a:defRPr sz="819">
                <a:solidFill>
                  <a:srgbClr val="333333"/>
                </a:solidFill>
              </a:defRPr>
            </a:pPr>
            <a:r>
              <a:t>The tritium bottleneck is a critical constraint. Current global tritium production is about 20 kg per year, primarily from CANDU reactors. A single 500 MW fusion plant would need 50-100 kg annually. Breeding blankets must achieve a tritium breeding ratio &gt;1.0,</a:t>
            </a:r>
          </a:p>
          <a:p>
            <a:pPr>
              <a:spcAft>
                <a:spcPts val="600"/>
              </a:spcAft>
              <a:defRPr sz="819">
                <a:solidFill>
                  <a:srgbClr val="333333"/>
                </a:solidFill>
              </a:defRPr>
            </a:pPr>
            <a:r>
              <a:t>Private fusion's 'Valley of Death' is a real concern. Many startups have raised significant capital but face a funding gap between demonstration and commercial deployment. The cost of a first-of-a-kind fusion plant is estimated at $5-10 billion, far beyond the</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Competitive dynamics and investment strategies for fusion energy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Competitive dynamics and investment strategies for fusion energy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competitive landscape is characterized by a few well-funded private companies and large government projects. Commonwealth Fusion Systems (CFS) leads with its SPARC tokamak, leveraging high-temperature superconducting magnets. Helion Energy is pursui</a:t>
            </a:r>
          </a:p>
          <a:p>
            <a:pPr>
              <a:spcAft>
                <a:spcPts val="600"/>
              </a:spcAft>
              <a:defRPr sz="819">
                <a:solidFill>
                  <a:srgbClr val="333333"/>
                </a:solidFill>
              </a:defRPr>
            </a:pPr>
            <a:r>
              <a:t>Government policies are shaping the competitive landscape. The US Milestone-Based Fusion Development Program provides $50 million each to eight companies, with performance-based milestones. The UK's STEP program aims to build a prototype fusion plant by 2040.</a:t>
            </a:r>
          </a:p>
          <a:p>
            <a:pPr>
              <a:spcAft>
                <a:spcPts val="600"/>
              </a:spcAft>
              <a:defRPr sz="819">
                <a:solidFill>
                  <a:srgbClr val="333333"/>
                </a:solidFill>
              </a:defRPr>
            </a:pPr>
            <a:r>
              <a:t>Intellectual property is a key competitive moat. CFS's patents on HTS magnets are considered foundational. Helion and TAE have strong patent portfolios on their confinement concepts. New entrants face high barriers to entry due to the complexity and capital in</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Conclusion: Fusion's path to commercialization requires patience, diversification, and strategic partnerships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Conclusion: Fusion's path to commercialization requires patience, diversification, and strategic partnerships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is on the cusp of technical breakeven, but the road to commercial power plants is long and uncertain. The most likely timeline for first commercial fusion plants is 2035-2045, with significant milestones in the next five years that will separate</a:t>
            </a:r>
          </a:p>
          <a:p>
            <a:pPr>
              <a:spcAft>
                <a:spcPts val="600"/>
              </a:spcAft>
              <a:defRPr sz="819">
                <a:solidFill>
                  <a:srgbClr val="333333"/>
                </a:solidFill>
              </a:defRPr>
            </a:pPr>
            <a:r>
              <a:t>Fusion's economic viability will depend on cost reductions, regulatory streamlining, and market positioning. It is unlikely to compete with renewables on pure cost in the 2030s, but could become competitive post-2040, especially for baseload and industrial hea</a:t>
            </a:r>
          </a:p>
          <a:p>
            <a:pPr>
              <a:spcAft>
                <a:spcPts val="600"/>
              </a:spcAft>
              <a:defRPr sz="819">
                <a:solidFill>
                  <a:srgbClr val="333333"/>
                </a:solidFill>
              </a:defRPr>
            </a:pPr>
            <a:r>
              <a:t>Geopolitically, fusion offers the promise of energy independence and reduced resource competition, but requires careful governance to avoid proliferation risks. National strategies should integrate fusion into long-term energy planning, while recognizing that</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Client-Ready Research Report on Technology Readiness, Market Viability, and Geopolitical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