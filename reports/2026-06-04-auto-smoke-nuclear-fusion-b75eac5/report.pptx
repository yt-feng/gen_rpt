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Assessment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Likely Decades Away but Strategic Preparation Is Needed Now</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Technology Progress Is Accelerating but Significant Hurdles Remain</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Fusion Will Initially Be Expensive but Could Become Competitive with Baseload Power</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energy is at a historic inflection point: the 2022 ignition breakthrough at Lawrence Livermore National Laboratory (LLNL) proved</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Main conclusions: (1) Fusion ignition is a scientific milestone, not a commercial one; (2) Private investment is concentrated in a few</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Recommended actions: Establish a cross-functional fusion intelligence team within 2 years; form strategic partnerships with leading sta</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Risk implications highlights: Technical risk (sustained net energy not achieved), timeline risk (commercialization slips beyond 2050),</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The window of opportunity is open but narrowing. Companies that act decisively—with disciplined milestones and diversified bets—can pos</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open questions before committing capital, partnerships or market-e</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Technical evidence only matters when it changes revenue potential, cost position, investment return, execution risk or the timing of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Likely Decades Away but Strategic Preparation Is Needed Now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Likely Decades Away but Strategic Preparation Is Needed Now</a:t>
            </a:r>
          </a:p>
          <a:p>
            <a:pPr>
              <a:defRPr sz="830">
                <a:solidFill>
                  <a:srgbClr val="64696E"/>
                </a:solidFill>
              </a:defRPr>
            </a:pPr>
            <a:r>
              <a:t>The 2022 fusion ignition breakthrough at LLNL proves scientific feasibility, but commercial power plants remain at least 15-30 years away, requiring immediate strategic 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pursuit of nuclear fusion energy has entered a new era. In December 2022, Lawrence Livermore National Laboratory achieved fusion ignition, producing 2. 15 MJ of fusion energy output—a scientific first. This milestone, decades in the making, has galvanized</a:t>
            </a:r>
          </a:p>
          <a:p>
            <a:pPr>
              <a:spcAft>
                <a:spcPts val="600"/>
              </a:spcAft>
              <a:defRPr sz="819">
                <a:solidFill>
                  <a:srgbClr val="333333"/>
                </a:solidFill>
              </a:defRPr>
            </a:pPr>
            <a:r>
              <a:t>For senior executives, the key insight is that fusion is not a near-term solution but a long-term strategic option. The decisions made today—whether to invest, partner, or simply monitor—will shape competitive positioning in a future energy landscape that coul</a:t>
            </a:r>
          </a:p>
          <a:p>
            <a:pPr>
              <a:spcAft>
                <a:spcPts val="600"/>
              </a:spcAft>
              <a:defRPr sz="819">
                <a:solidFill>
                  <a:srgbClr val="333333"/>
                </a:solidFill>
              </a:defRPr>
            </a:pPr>
            <a:r>
              <a:t>The DOE Fusion Energy Sciences program supports a broad portfolio of research, including theory, simulation, and materials science. Private companies are pursuing diverse approaches: tokamaks (Commonwealth Fusion Systems), stellarators (Type One Energy), field</a:t>
            </a:r>
          </a:p>
          <a:p>
            <a:pPr>
              <a:spcBef>
                <a:spcPts val="600"/>
              </a:spcBef>
              <a:defRPr sz="819" b="1">
                <a:solidFill>
                  <a:srgbClr val="003087"/>
                </a:solidFill>
              </a:defRPr>
            </a:pPr>
            <a:r>
              <a:t>Key implications</a:t>
            </a:r>
          </a:p>
          <a:p>
            <a:pPr>
              <a:defRPr sz="730">
                <a:solidFill>
                  <a:srgbClr val="333333"/>
                </a:solidFill>
              </a:defRPr>
            </a:pPr>
            <a:r>
              <a:t>- Fusion ignition is a scientific milestone, not a commercial one.</a:t>
            </a:r>
          </a:p>
          <a:p>
            <a:pPr>
              <a:defRPr sz="730">
                <a:solidFill>
                  <a:srgbClr val="333333"/>
                </a:solidFill>
              </a:defRPr>
            </a:pPr>
            <a:r>
              <a:t>- Commercial power plants are unlikely before 2040-2050.</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Technology Progress Is Accelerating but Significant Hurdles Remain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Technology Progress Is Accelerating but Significant Hurdles Remain</a:t>
            </a:r>
          </a:p>
          <a:p>
            <a:pPr>
              <a:defRPr sz="830">
                <a:solidFill>
                  <a:srgbClr val="64696E"/>
                </a:solidFill>
              </a:defRPr>
            </a:pPr>
            <a:r>
              <a:t>While fusion experiments have achieved historic milestones, sustained net energy gain, materials durability, and tritium breeding remain unproven at commercial scale.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research has made remarkable strides. The 2022 ignition experiment at LLNL demonstrated scientific breakeven, a goal pursued for 60 years. The DOE's Fusion Energy Sciences program supports a broad portfolio of research, including theory, simulation, and</a:t>
            </a:r>
          </a:p>
          <a:p>
            <a:pPr>
              <a:spcAft>
                <a:spcPts val="600"/>
              </a:spcAft>
              <a:defRPr sz="819">
                <a:solidFill>
                  <a:srgbClr val="333333"/>
                </a:solidFill>
              </a:defRPr>
            </a:pPr>
            <a:r>
              <a:t>However, significant challenges persist. Sustaining a net-energy-producing plasma for extended periods remains unproven. Materials that can withstand the intense neutron flux in a fusion reactor are still under development. Tritium breeding—producing the fuel</a:t>
            </a:r>
          </a:p>
          <a:p>
            <a:pPr>
              <a:spcAft>
                <a:spcPts val="600"/>
              </a:spcAft>
              <a:defRPr sz="819">
                <a:solidFill>
                  <a:srgbClr val="333333"/>
                </a:solidFill>
              </a:defRPr>
            </a:pPr>
            <a:r>
              <a:t>These hurdles mean that even the most optimistic timelines for commercial fusion are measured in decades, not years. For investors, this implies that fusion is a long-duration asset class with high technology risk. Diversification across multiple approaches (m</a:t>
            </a:r>
          </a:p>
          <a:p>
            <a:pPr>
              <a:spcBef>
                <a:spcPts val="600"/>
              </a:spcBef>
              <a:defRPr sz="819" b="1">
                <a:solidFill>
                  <a:srgbClr val="003087"/>
                </a:solidFill>
              </a:defRPr>
            </a:pPr>
            <a:r>
              <a:t>Key implications</a:t>
            </a:r>
          </a:p>
          <a:p>
            <a:pPr>
              <a:defRPr sz="730">
                <a:solidFill>
                  <a:srgbClr val="333333"/>
                </a:solidFill>
              </a:defRPr>
            </a:pPr>
            <a:r>
              <a:t>- Sustained net energy gain is the next critical milestone.</a:t>
            </a:r>
          </a:p>
          <a:p>
            <a:pPr>
              <a:defRPr sz="730">
                <a:solidFill>
                  <a:srgbClr val="333333"/>
                </a:solidFill>
              </a:defRPr>
            </a:pPr>
            <a:r>
              <a:t>- Materials and tritium breeding are key technical bottlenecks.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Will Initially Be Expensive but Could Become Competitive with Baseload Power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Will Initially Be Expensive but Could Become Competitive with Baseload Power</a:t>
            </a:r>
          </a:p>
          <a:p>
            <a:pPr>
              <a:defRPr sz="830">
                <a:solidFill>
                  <a:srgbClr val="64696E"/>
                </a:solidFill>
              </a:defRPr>
            </a:pPr>
            <a:r>
              <a:t>First-of-a-kind fusion plants will have high LCOE ($100-200/MWh), but costs could fall to $50-100/MWh by 2050, making fusion competitive with nuclear and gas with carbon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economics of fusion are highly uncertain. Early estimates from the National Academies and industry analysts suggest that the levelized cost of energy (LCOE) for first-of-a-kind fusion plants could range from $100-200/MWh, significantly higher than current</a:t>
            </a:r>
          </a:p>
          <a:p>
            <a:pPr>
              <a:spcAft>
                <a:spcPts val="600"/>
              </a:spcAft>
              <a:defRPr sz="819">
                <a:solidFill>
                  <a:srgbClr val="333333"/>
                </a:solidFill>
              </a:defRPr>
            </a:pPr>
            <a:r>
              <a:t>Fusion's key economic advantage is its high capacity factor (90%+), providing reliable baseload power. This contrasts with intermittent renewables, which require storage or backup. Fusion also has low fuel costs (deuterium and lithium are abundant) and no carb</a:t>
            </a:r>
          </a:p>
          <a:p>
            <a:pPr>
              <a:spcAft>
                <a:spcPts val="600"/>
              </a:spcAft>
              <a:defRPr sz="819">
                <a:solidFill>
                  <a:srgbClr val="333333"/>
                </a:solidFill>
              </a:defRPr>
            </a:pPr>
            <a:r>
              <a:t>For investors, the economic case for fusion hinges on cost reduction through learning and scale. The first few plants will likely require government subsidies or power purchase agreements at premium prices. As the industry matures, costs could decline, but the</a:t>
            </a:r>
          </a:p>
          <a:p>
            <a:pPr>
              <a:spcBef>
                <a:spcPts val="600"/>
              </a:spcBef>
              <a:defRPr sz="819" b="1">
                <a:solidFill>
                  <a:srgbClr val="003087"/>
                </a:solidFill>
              </a:defRPr>
            </a:pPr>
            <a:r>
              <a:t>Key implications</a:t>
            </a:r>
          </a:p>
          <a:p>
            <a:pPr>
              <a:defRPr sz="730">
                <a:solidFill>
                  <a:srgbClr val="333333"/>
                </a:solidFill>
              </a:defRPr>
            </a:pPr>
            <a:r>
              <a:t>- First fusion plants will be expensive, requiring subsidies.</a:t>
            </a:r>
          </a:p>
          <a:p>
            <a:pPr>
              <a:defRPr sz="730">
                <a:solidFill>
                  <a:srgbClr val="333333"/>
                </a:solidFill>
              </a:defRPr>
            </a:pPr>
            <a:r>
              <a:t>- Cost reduction through learning and scale is critical.</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The CEO question is which moves are safe now and which should wait for stronger proof.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Commercialization Outlook and Strategic Implications is easier to misread when it is framed as a yes-or-no bet. The better reading separates near-term learning moves, option-building partnerships and commitments that would require stronger comme</a:t>
            </a:r>
          </a:p>
          <a:p>
            <a:pPr>
              <a:spcAft>
                <a:spcPts val="600"/>
              </a:spcAft>
              <a:defRPr sz="819">
                <a:solidFill>
                  <a:srgbClr val="333333"/>
                </a:solidFill>
              </a:defRPr>
            </a:pPr>
            <a:r>
              <a:t>For the board, the immediate management question is not whether the opportunity is exciting; it is whether budget, partner access or management attention should be committed now. Low-cost validation can start early, while larger capital commitments should wait</a:t>
            </a:r>
          </a:p>
          <a:p>
            <a:pPr>
              <a:spcAft>
                <a:spcPts val="600"/>
              </a:spcAft>
              <a:defRPr sz="819">
                <a:solidFill>
                  <a:srgbClr val="333333"/>
                </a:solidFill>
              </a:defRPr>
            </a:pPr>
            <a:r>
              <a:t>For customer strategy, the current source base is useful but incomplete. A public source anchors this point: The Department of Energy has been a leader in fusion energy research since the 1950s and supports groundbreaking advances today. A quarterly review rhy</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Reserve major commitments for stronger proof</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the board,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From an investor lens, every major assumption needs a verifiable claim behind it: target customer, buying trigger, budget owner, substitute, use case and payback path. Where sourced evidence is missing, the claim should remain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timing terms, every opportunity eventually returns to cost, revenue, margin, cash flow and timing. If sourced evidence does not support market size, ROI, unit economics or share, those items should remain explicit assumptions rather than conclusions.</a:t>
            </a:r>
          </a:p>
          <a:p>
            <a:pPr>
              <a:spcAft>
                <a:spcPts val="600"/>
              </a:spcAft>
              <a:defRPr sz="819">
                <a:solidFill>
                  <a:srgbClr val="333333"/>
                </a:solidFill>
              </a:defRPr>
            </a:pPr>
            <a:r>
              <a:t>For risk owners, 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In timing terms, 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are part of the investment case,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milestones</a:t>
            </a:r>
          </a:p>
          <a:p>
            <a:pPr>
              <a:defRPr sz="730">
                <a:solidFill>
                  <a:srgbClr val="333333"/>
                </a:solidFill>
              </a:defRPr>
            </a:pPr>
            <a:r>
              <a:t>- Use options while regulation remains unclear</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Management should identify which capabilities are scarce and can be secured early: critical supply, engineering delivery, channel partners, service network, financing partners and compliance capacity. Low-cost learning rights can be more valuable than waiting</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