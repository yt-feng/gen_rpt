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CEO-Ready Assessment of Technology Readiness, Economic Viability, and Geopolitical Shifts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Approaching but Still Faces a Decade or More of Engineering Hurdles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Economic Competitiveness Will Depend on Achieving Cost Targets Below $50/MWh and High Availability</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Will Complement Renewables and Enable Hard-to-Decarbonize Sectors Like Heavy Industry</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Geopolitical Dynamics Will Shift as Fusion Reduces Dependence on Fossil Fuel Exporters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Investment should be managed a</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energy is approaching a pivotal inflection point, with multiple private and public projects targeting net-energy gain an</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the evidence pack does not support a number, the right output is a validation placeholder and diligence task rather than an inven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near-term agenda should prioritize no-regret evidence building, medium-term strategic options and long-term commitments only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Approaching but Still Faces a Decade or More of Engineering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Approaching but Still Faces a Decade or More of Engineering Hurdles</a:t>
            </a:r>
          </a:p>
          <a:p>
            <a:pPr>
              <a:defRPr sz="830">
                <a:solidFill>
                  <a:srgbClr val="64696E"/>
                </a:solidFill>
              </a:defRPr>
            </a:pPr>
            <a:r>
              <a:t>For Fusion Commercialization Is Approaching but Still Faces a Decade or More of Engineering Hurdles, the next useful work is to convert the source backup into a short lis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Fusion Commercialization Is Approaching but Still Faces a Decade or More of Engineering Hurdles, the next useful work is to convert the source backup into a short list of claims that would change capital timing, customer exposure or partner posture. Claims</a:t>
            </a:r>
          </a:p>
          <a:p>
            <a:pPr>
              <a:spcAft>
                <a:spcPts val="600"/>
              </a:spcAft>
              <a:defRPr sz="819">
                <a:solidFill>
                  <a:srgbClr val="333333"/>
                </a:solidFill>
              </a:defRPr>
            </a:pPr>
            <a:r>
              <a:t>For leadership, Nuclear Fusion Commercialization: Strategic Implications for Energy Markets and Investment should be separated into verified facts, directional scenarios and open diligence items. That boundary keeps the report from turning market enthusiasm or</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Bef>
                <a:spcPts val="600"/>
              </a:spcBef>
              <a:defRPr sz="819" b="1">
                <a:solidFill>
                  <a:srgbClr val="003087"/>
                </a:solidFill>
              </a:defRPr>
            </a:pPr>
            <a:r>
              <a:t>Key implications</a:t>
            </a:r>
          </a:p>
          <a:p>
            <a:pPr>
              <a:defRPr sz="730">
                <a:solidFill>
                  <a:srgbClr val="333333"/>
                </a:solidFill>
              </a:defRPr>
            </a:pPr>
            <a:r>
              <a:t>- Nuclear fusion energy is approaching a pivotal inflection point, with multiple private and publi</a:t>
            </a:r>
          </a:p>
          <a:p>
            <a:pPr>
              <a:defRPr sz="730">
                <a:solidFill>
                  <a:srgbClr val="333333"/>
                </a:solidFill>
              </a:defRPr>
            </a:pPr>
            <a:r>
              <a:t>- Confirm the available public record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Competitiveness Will Depend on Achieving Cost Targets Below $50/MWh and High Availability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Competitiveness Will Depend on Achieving Cost Targets Below $50/MWh and High Availability</a:t>
            </a:r>
          </a:p>
          <a:p>
            <a:pPr>
              <a:defRPr sz="830">
                <a:solidFill>
                  <a:srgbClr val="64696E"/>
                </a:solidFill>
              </a:defRPr>
            </a:pPr>
            <a:r>
              <a:t>For Economic Competitiveness Will Depend on Achieving Cost Targets Below $50/MWh and High Availability, the next useful work is to convert the source backup into a short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Economic Competitiveness Will Depend on Achieving Cost Targets Below $50/MWh and High Availability, the next useful work is to convert the source backup into a short list of claims that would change capital timing, customer exposure or partner posture. Cla</a:t>
            </a:r>
          </a:p>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Bef>
                <a:spcPts val="600"/>
              </a:spcBef>
              <a:defRPr sz="819" b="1">
                <a:solidFill>
                  <a:srgbClr val="003087"/>
                </a:solidFill>
              </a:defRPr>
            </a:pPr>
            <a:r>
              <a:t>Key implications</a:t>
            </a:r>
          </a:p>
          <a:p>
            <a:pPr>
              <a:defRPr sz="730">
                <a:solidFill>
                  <a:srgbClr val="333333"/>
                </a:solidFill>
              </a:defRPr>
            </a:pPr>
            <a:r>
              <a:t>- The CEO-level question is not whether Nuclear fusion commercialization outlook and strategic imp</a:t>
            </a:r>
          </a:p>
          <a:p>
            <a:pPr>
              <a:defRPr sz="730">
                <a:solidFill>
                  <a:srgbClr val="333333"/>
                </a:solidFill>
              </a:defRPr>
            </a:pPr>
            <a:r>
              <a:t>- Confirm the available public record before committing capital.</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Will Complement Renewables and Enable Hard-to-Decarbonize Sectors Like Heavy Industry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Will Complement Renewables and Enable Hard-to-Decarbonize Sectors Like Heavy Industry</a:t>
            </a:r>
          </a:p>
          <a:p>
            <a:pPr>
              <a:defRPr sz="830">
                <a:solidFill>
                  <a:srgbClr val="64696E"/>
                </a:solidFill>
              </a:defRPr>
            </a:pPr>
            <a:r>
              <a:t>For Fusion Will Complement Renewables and Enable Hard-to-Decarbonize Sectors Like Heavy Industry, the next useful work is to convert the source backup into a short list 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Fusion Will Complement Renewables and Enable Hard-to-Decarbonize Sectors Like Heavy Industry, the next useful work is to convert the source backup into a short list of claims that would change capital timing, customer exposure or partner posture. Claims th</a:t>
            </a:r>
          </a:p>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Bef>
                <a:spcPts val="600"/>
              </a:spcBef>
              <a:defRPr sz="819" b="1">
                <a:solidFill>
                  <a:srgbClr val="003087"/>
                </a:solidFill>
              </a:defRPr>
            </a:pPr>
            <a:r>
              <a:t>Key implications</a:t>
            </a:r>
          </a:p>
          <a:p>
            <a:pPr>
              <a:defRPr sz="730">
                <a:solidFill>
                  <a:srgbClr val="333333"/>
                </a:solidFill>
              </a:defRPr>
            </a:pPr>
            <a:r>
              <a:t>- Management should separate verified facts, directional scenarios and missing diligence items bef</a:t>
            </a:r>
          </a:p>
          <a:p>
            <a:pPr>
              <a:defRPr sz="730">
                <a:solidFill>
                  <a:srgbClr val="333333"/>
                </a:solidFill>
              </a:defRPr>
            </a:pPr>
            <a:r>
              <a:t>- Confirm the available public record before committing capital.</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Dynamics Will Shift as Fusion Reduces Dependence on Fossil Fuel Exporters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Dynamics Will Shift as Fusion Reduces Dependence on Fossil Fuel Exporters</a:t>
            </a:r>
          </a:p>
          <a:p>
            <a:pPr>
              <a:defRPr sz="830">
                <a:solidFill>
                  <a:srgbClr val="64696E"/>
                </a:solidFill>
              </a:defRPr>
            </a:pPr>
            <a:r>
              <a:t>For Geopolitical Dynamics Will Shift as Fusion Reduces Dependence on Fossil Fuel Exporters, the next useful work is to convert the source backup into a short list of clai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Geopolitical Dynamics Will Shift as Fusion Reduces Dependence on Fossil Fuel Exporters, the next useful work is to convert the source backup into a short list of claims that would change capital timing, customer exposure or partner posture. Claims that do</a:t>
            </a:r>
          </a:p>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Bef>
                <a:spcPts val="600"/>
              </a:spcBef>
              <a:defRPr sz="819" b="1">
                <a:solidFill>
                  <a:srgbClr val="003087"/>
                </a:solidFill>
              </a:defRPr>
            </a:pPr>
            <a:r>
              <a:t>Key implications</a:t>
            </a:r>
          </a:p>
          <a:p>
            <a:pPr>
              <a:defRPr sz="730">
                <a:solidFill>
                  <a:srgbClr val="333333"/>
                </a:solidFill>
              </a:defRPr>
            </a:pPr>
            <a:r>
              <a:t>- The report should translate technical evidence into revenue potential, cost position, investment</a:t>
            </a:r>
          </a:p>
          <a:p>
            <a:pPr>
              <a:defRPr sz="730">
                <a:solidFill>
                  <a:srgbClr val="333333"/>
                </a:solidFill>
              </a:defRPr>
            </a:pPr>
            <a:r>
              <a:t>- Confirm the available public record before committing capital.</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Investment should be managed as a staged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Investment should be managed as a stag</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From a board perspective, for leadership, Nuclear Fusion Commercialization: Strategic Implications for Energy Markets and Investment should be separated into verified facts, directional scenarios and open diligence items. That boundary keeps the report from tu</a:t>
            </a:r>
          </a:p>
          <a:p>
            <a:pPr>
              <a:spcAft>
                <a:spcPts val="600"/>
              </a:spcAft>
              <a:defRPr sz="819">
                <a:solidFill>
                  <a:srgbClr val="333333"/>
                </a:solidFill>
              </a:defRPr>
            </a:pPr>
            <a:r>
              <a:t>The commercial implication is that the immediate management question is not whether the opportunity is exciting; it is whether budget, partner access or management attention should be committed now. Low-cost validation can start early, while larger capital com</a:t>
            </a:r>
          </a:p>
          <a:p>
            <a:pPr>
              <a:spcAft>
                <a:spcPts val="600"/>
              </a:spcAft>
              <a:defRPr sz="819">
                <a:solidFill>
                  <a:srgbClr val="333333"/>
                </a:solidFill>
              </a:defRPr>
            </a:pPr>
            <a:r>
              <a:t>The board-level question is whether 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 implication is that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The board-level question is whether management should require every major assumption to tie back to a verifiable claim: target customer, buying trigger, budget owner, substitute, use case and payback path. Where public evidence is missing, the report should ke</a:t>
            </a:r>
          </a:p>
          <a:p>
            <a:pPr>
              <a:spcAft>
                <a:spcPts val="600"/>
              </a:spcAft>
              <a:defRPr sz="819">
                <a:solidFill>
                  <a:srgbClr val="333333"/>
                </a:solidFill>
              </a:defRPr>
            </a:pPr>
            <a:r>
              <a:t>For leadership teams, 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board-level question is whether every opportunity eventually returns to cost, revenue, margin, cash flow and timing. If public evidence does not support market size, ROI, unit economics or share, those items should remain validation tasks rather than repor</a:t>
            </a:r>
          </a:p>
          <a:p>
            <a:pPr>
              <a:spcAft>
                <a:spcPts val="600"/>
              </a:spcAft>
              <a:defRPr sz="819">
                <a:solidFill>
                  <a:srgbClr val="333333"/>
                </a:solidFill>
              </a:defRPr>
            </a:pPr>
            <a:r>
              <a:t>For leadership teams,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 practical reading is that 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A practical reading is that 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decision lens is that 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CEO-Ready Assessment of Technology Readiness, Economic Viability, and Geopolitical Shifts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