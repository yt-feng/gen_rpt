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85800"/>
            <a:ext cx="489204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85800"/>
            <a:ext cx="4892040" cy="73152"/>
          </a:xfrm>
          <a:prstGeom prst="rect">
            <a:avLst/>
          </a:prstGeom>
          <a:solidFill>
            <a:srgbClr val="327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4251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BLUEOCEAN</a:t>
            </a:r>
          </a:p>
          <a:p>
            <a:pPr>
              <a:spcBef>
                <a:spcPts val="1800"/>
              </a:spcBef>
              <a:defRPr sz="2300">
                <a:solidFill>
                  <a:srgbClr val="333333"/>
                </a:solidFill>
              </a:defRPr>
            </a:pPr>
            <a:r>
              <a:t>Nuclear Fusion Commercialization: Strategic Implications for Energy Markets and Capital Allocation</a:t>
            </a:r>
          </a:p>
          <a:p>
            <a:pPr>
              <a:spcBef>
                <a:spcPts val="1400"/>
              </a:spcBef>
              <a:defRPr sz="950">
                <a:solidFill>
                  <a:srgbClr val="64696E"/>
                </a:solidFill>
              </a:defRPr>
            </a:pPr>
            <a:r>
              <a:t>A Decision-Ready Assessment for Senior Executives and Policymakers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discussion follows the management question, evidence, and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Nuclear Fusion Commercialization: Strategic Implications for Energy Markets and Capital Allocation should be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74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Commercial readiness depends on bankability, deliverability and repeat customer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31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Cost, return and timing will determine the real deployment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889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Regulation, policy and public acceptance can reset the speed of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46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461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Supply chain, partners and talent will decide who can act before the market is obvious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03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03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Incumbents should protect near-term economics while preserving long-term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60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The management agenda should translate uncertainty into quarterly decision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17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17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Decision-moving facts matter more than market noise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analysis narrows the agenda to a focused set of management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99616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Nuclear fusion energy is not commercially viable within the next 10 years, but significant progress since 2020 suggests a credible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389888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389888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813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1499616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The CEO-level question is not whether Nuclear fusion commercialization outlook and strategic implications is interesting, but which dec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04872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404872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496312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2514600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Management should separate verified facts, directional scenarios and missing diligence items before committing capital, partnerships 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2404872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2404872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496312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2514600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The report should translate technical evidence into revenue potential, cost position, investment return, execution risk and decision ga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19856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419856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511296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3529584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Where the evidence pack does not support a number, the right output is a validation placeholder and diligence task rather than an inven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3419856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3419856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511296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529584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The near-term agenda should prioritize no-regret evidence building, medium-term strategic options and long-term commitments only after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Nuclear Fusion Commercialization: Strategic Implications for Energy Markets and Capital Allocation should be managed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Nuclear Fusion Commercialization: Strategic Implications for Energy Markets and Capital Allocation should be managed a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Section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1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source backup should be used to validate this section before it is used for a decision.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Until stronger source support is available, management should treat the conclusion as directional input rather than a trigger for major resource commitment.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Nuclear fusion energy is not commercially viable within the next 10 years, but significant progr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Confirm the available public record before committing capital.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Commercial readiness depends on bankability, deliverability and repeat customer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Commercial readiness depends on bankability, deliverability and repeat customer proof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Section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2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source backup should be used to validate this section before it is used for a decision.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Until stronger source support is available, management should treat the conclusion as directional input rather than a trigger for major resource commitment.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The CEO-level question is not whether Nuclear fusion commercialization outlook and strategic imp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Confirm the available public record before committing capital.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Cost, return and timing will determine the real deployment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Cost, return and timing will determine the real deployment window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Section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3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operating takeaway is that the source backup should be used to validate this section before it is used for a decision.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From a board perspective, until stronger source support is available, management should treat the conclusion as directional input rather than a trigger for major resource commitment.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Management should separate verified facts, directional scenarios and missing diligence items bef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Confirm the available public record before committing capital.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Regulation, policy and public acceptance can reset the speed of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Regulation, policy and public acceptance can reset the speed of adoption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Section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4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From a board perspective, the source backup should be used to validate this section before it is used for a decision.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next management move is clear: until stronger source support is available, management should treat the conclusion as directional input rather than a trigger for major resource commitment.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The report should translate technical evidence into revenue potential, cost position, investment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Confirm the available public record before committing capital.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Supply chain, partners and talent will decide who can act before the market is obvious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Supply chain, partners and talent will decide who can act before the market is obvious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Section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5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next management move is clear: the source backup should be used to validate this section before it is used for a decision.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leadership teams, until stronger source support is available, management should treat the conclusion as directional input rather than a trigger for major resource commitment.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Where the evidence pack does not support a number, the right output is a validation placeholder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Confirm the available public record before committing capital.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Incumbents should protect near-term economics while preserving long-term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Incumbents should protect near-term economics while preserving long-term options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Section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6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leadership teams, the source backup should be used to validate this section before it is used for a decision.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management implication is clear: until stronger source support is available, management should treat the conclusion as directional input rather than a trigger for major resource commitment.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The near-term agenda should prioritize no-regret evidence building, medium-term strategic option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Confirm the available public record before committing capital.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The management agenda should translate uncertainty into quarterly decision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management agenda should translate uncertainty into quarterly decision gates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Section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7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management implication is clear: the source backup should be used to validate this section before it is used for a decision.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A practical reading is that until stronger source support is available, management should treat the conclusion as directional input rather than a trigger for major resource commitment.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Confirm the available public record before committing capital.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Translate the claim into customer, cost, risk and action implications.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Decision-moving facts matter more than market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Decision-moving facts matter more than market noise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Section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Section 8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A practical reading is that the source backup should be used to validate this section before it is used for a decision.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decision lens is that until stronger source support is available, management should treat the conclusion as directional input rather than a trigger for major resource commitment.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Confirm the available public record before committing capital.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Translate the claim into customer, cost, risk and action implications.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Closing</a:t>
            </a:r>
          </a:p>
        </p:txBody>
      </p:sp>
      <p:pic>
        <p:nvPicPr>
          <p:cNvPr id="4" name="Picture 3" descr="cover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51560"/>
            <a:ext cx="507492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next step is to convert the research into a short list of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5715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3087"/>
                </a:solidFill>
              </a:defRPr>
            </a:pPr>
            <a:r>
              <a:t>A Decision-Ready Assessment for Senior Executives and Policymakers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